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fntdata" ContentType="application/x-fontdata"/>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1" r:id="rId1"/>
  </p:sldMasterIdLst>
  <p:notesMasterIdLst>
    <p:notesMasterId r:id="rId19"/>
  </p:notesMasterIdLst>
  <p:sldIdLst>
    <p:sldId id="256" r:id="rId2"/>
    <p:sldId id="295" r:id="rId3"/>
    <p:sldId id="296" r:id="rId4"/>
    <p:sldId id="297" r:id="rId5"/>
    <p:sldId id="298" r:id="rId6"/>
    <p:sldId id="299" r:id="rId7"/>
    <p:sldId id="300" r:id="rId8"/>
    <p:sldId id="301" r:id="rId9"/>
    <p:sldId id="302" r:id="rId10"/>
    <p:sldId id="304" r:id="rId11"/>
    <p:sldId id="303" r:id="rId12"/>
    <p:sldId id="305" r:id="rId13"/>
    <p:sldId id="321" r:id="rId14"/>
    <p:sldId id="322" r:id="rId15"/>
    <p:sldId id="324" r:id="rId16"/>
    <p:sldId id="323" r:id="rId17"/>
    <p:sldId id="278" r:id="rId18"/>
  </p:sldIdLst>
  <p:sldSz cx="9144000" cy="5143500" type="screen16x9"/>
  <p:notesSz cx="6858000" cy="9144000"/>
  <p:embeddedFontLst>
    <p:embeddedFont>
      <p:font typeface="DejaVu Sans" panose="020B0604020202020204" charset="0"/>
      <p:regular r:id="rId20"/>
      <p:bold r:id="rId21"/>
      <p:italic r:id="rId22"/>
      <p:boldItalic r:id="rId23"/>
    </p:embeddedFont>
    <p:embeddedFont>
      <p:font typeface="Arial Black" panose="020B0A04020102020204" pitchFamily="34" charset="0"/>
      <p:bold r:id="rId24"/>
    </p:embeddedFont>
    <p:embeddedFont>
      <p:font typeface="Titillium Web"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00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F3A0FE-C81A-4185-9B42-9F0EA03E3083}">
  <a:tblStyle styleId="{1DF3A0FE-C81A-4185-9B42-9F0EA03E3083}"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A680623-BC5C-48C1-9E87-76BE157D58CE}"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3" d="100"/>
          <a:sy n="93" d="100"/>
        </p:scale>
        <p:origin x="102"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0C126C-B9B8-4460-873B-6ECDB3A3F4E8}"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n-US"/>
        </a:p>
      </dgm:t>
    </dgm:pt>
    <dgm:pt modelId="{1307B582-1ED7-4AAD-8CF5-DB71CEA5C1D3}">
      <dgm:prSet phldrT="[Text]"/>
      <dgm:spPr/>
      <dgm:t>
        <a:bodyPr/>
        <a:lstStyle/>
        <a:p>
          <a:r>
            <a:rPr lang="en-IN" b="1" strike="noStrike" spc="-1" dirty="0" smtClean="0">
              <a:latin typeface="IBM Plex Sans"/>
            </a:rPr>
            <a:t>It saves paper</a:t>
          </a:r>
          <a:endParaRPr lang="en-US" dirty="0"/>
        </a:p>
      </dgm:t>
    </dgm:pt>
    <dgm:pt modelId="{D28A3772-DB76-4114-BACC-3C8940BD035D}" type="parTrans" cxnId="{C8E1F6E3-83BD-44B2-914C-1EBE07E8A8EA}">
      <dgm:prSet/>
      <dgm:spPr/>
      <dgm:t>
        <a:bodyPr/>
        <a:lstStyle/>
        <a:p>
          <a:endParaRPr lang="en-US"/>
        </a:p>
      </dgm:t>
    </dgm:pt>
    <dgm:pt modelId="{44816205-9EEF-47E5-B056-1916D4DDE300}" type="sibTrans" cxnId="{C8E1F6E3-83BD-44B2-914C-1EBE07E8A8EA}">
      <dgm:prSet/>
      <dgm:spPr/>
      <dgm:t>
        <a:bodyPr/>
        <a:lstStyle/>
        <a:p>
          <a:endParaRPr lang="en-US"/>
        </a:p>
      </dgm:t>
    </dgm:pt>
    <dgm:pt modelId="{CDFA5A72-4AA1-4864-B0DD-3B144B66B64D}">
      <dgm:prSet phldrT="[Text]"/>
      <dgm:spPr/>
      <dgm:t>
        <a:bodyPr/>
        <a:lstStyle/>
        <a:p>
          <a:r>
            <a:rPr lang="en-IN" b="1" strike="noStrike" spc="-1" dirty="0" smtClean="0">
              <a:latin typeface="IBM Plex Sans"/>
            </a:rPr>
            <a:t>It saves time</a:t>
          </a:r>
          <a:endParaRPr lang="en-US" dirty="0"/>
        </a:p>
      </dgm:t>
    </dgm:pt>
    <dgm:pt modelId="{7B7462E8-BF3B-4C1A-92D4-9E905435449D}" type="parTrans" cxnId="{1350222D-C879-48C1-8CB4-9D719FB88D2E}">
      <dgm:prSet/>
      <dgm:spPr/>
      <dgm:t>
        <a:bodyPr/>
        <a:lstStyle/>
        <a:p>
          <a:endParaRPr lang="en-US"/>
        </a:p>
      </dgm:t>
    </dgm:pt>
    <dgm:pt modelId="{FA6EADD4-7985-4FE3-B1D1-DD5ECDEB5422}" type="sibTrans" cxnId="{1350222D-C879-48C1-8CB4-9D719FB88D2E}">
      <dgm:prSet/>
      <dgm:spPr/>
      <dgm:t>
        <a:bodyPr/>
        <a:lstStyle/>
        <a:p>
          <a:endParaRPr lang="en-US"/>
        </a:p>
      </dgm:t>
    </dgm:pt>
    <dgm:pt modelId="{9D55D2AB-4AD9-43E5-8930-329ADBC276BA}">
      <dgm:prSet phldrT="[Text]"/>
      <dgm:spPr/>
      <dgm:t>
        <a:bodyPr/>
        <a:lstStyle/>
        <a:p>
          <a:r>
            <a:rPr lang="en-IN" b="1" strike="noStrike" spc="-1" dirty="0" smtClean="0">
              <a:latin typeface="IBM Plex Sans"/>
            </a:rPr>
            <a:t>It’s more secure.</a:t>
          </a:r>
          <a:endParaRPr lang="en-US" dirty="0"/>
        </a:p>
      </dgm:t>
    </dgm:pt>
    <dgm:pt modelId="{1B51496D-B098-420C-8481-77E58FC1B851}" type="parTrans" cxnId="{53205D90-BC67-46B1-8798-424DC7875531}">
      <dgm:prSet/>
      <dgm:spPr/>
      <dgm:t>
        <a:bodyPr/>
        <a:lstStyle/>
        <a:p>
          <a:endParaRPr lang="en-US"/>
        </a:p>
      </dgm:t>
    </dgm:pt>
    <dgm:pt modelId="{9F105DE7-9F09-4154-89A5-A0A7CDB4D142}" type="sibTrans" cxnId="{53205D90-BC67-46B1-8798-424DC7875531}">
      <dgm:prSet/>
      <dgm:spPr/>
      <dgm:t>
        <a:bodyPr/>
        <a:lstStyle/>
        <a:p>
          <a:endParaRPr lang="en-US"/>
        </a:p>
      </dgm:t>
    </dgm:pt>
    <dgm:pt modelId="{C058670C-7505-407A-91C9-37EB88414ED8}" type="pres">
      <dgm:prSet presAssocID="{BE0C126C-B9B8-4460-873B-6ECDB3A3F4E8}" presName="Name0" presStyleCnt="0">
        <dgm:presLayoutVars>
          <dgm:dir/>
          <dgm:resizeHandles val="exact"/>
        </dgm:presLayoutVars>
      </dgm:prSet>
      <dgm:spPr/>
      <dgm:t>
        <a:bodyPr/>
        <a:lstStyle/>
        <a:p>
          <a:endParaRPr lang="en-US"/>
        </a:p>
      </dgm:t>
    </dgm:pt>
    <dgm:pt modelId="{B14E5B3E-AFC2-4654-B531-E0FA0C09DFF8}" type="pres">
      <dgm:prSet presAssocID="{1307B582-1ED7-4AAD-8CF5-DB71CEA5C1D3}" presName="composite" presStyleCnt="0"/>
      <dgm:spPr/>
    </dgm:pt>
    <dgm:pt modelId="{1AFA7239-5FEA-40D6-B55D-B3996D798C0C}" type="pres">
      <dgm:prSet presAssocID="{1307B582-1ED7-4AAD-8CF5-DB71CEA5C1D3}" presName="rect1" presStyleLbl="trAlignAcc1" presStyleIdx="0" presStyleCnt="3">
        <dgm:presLayoutVars>
          <dgm:bulletEnabled val="1"/>
        </dgm:presLayoutVars>
      </dgm:prSet>
      <dgm:spPr/>
      <dgm:t>
        <a:bodyPr/>
        <a:lstStyle/>
        <a:p>
          <a:endParaRPr lang="en-US"/>
        </a:p>
      </dgm:t>
    </dgm:pt>
    <dgm:pt modelId="{FC1E49C6-98FD-438F-A829-D9E24CD8B408}" type="pres">
      <dgm:prSet presAssocID="{1307B582-1ED7-4AAD-8CF5-DB71CEA5C1D3}" presName="rect2" presStyleLbl="fgImgPlace1" presStyleIdx="0" presStyleCnt="3"/>
      <dgm:spPr>
        <a:blipFill rotWithShape="1">
          <a:blip xmlns:r="http://schemas.openxmlformats.org/officeDocument/2006/relationships" r:embed="rId1"/>
          <a:stretch>
            <a:fillRect/>
          </a:stretch>
        </a:blipFill>
      </dgm:spPr>
    </dgm:pt>
    <dgm:pt modelId="{8D3C6FDC-659B-43BC-8F6C-220293868532}" type="pres">
      <dgm:prSet presAssocID="{44816205-9EEF-47E5-B056-1916D4DDE300}" presName="sibTrans" presStyleCnt="0"/>
      <dgm:spPr/>
    </dgm:pt>
    <dgm:pt modelId="{2555B638-EDA4-4EC0-8455-ECE996E691A0}" type="pres">
      <dgm:prSet presAssocID="{CDFA5A72-4AA1-4864-B0DD-3B144B66B64D}" presName="composite" presStyleCnt="0"/>
      <dgm:spPr/>
    </dgm:pt>
    <dgm:pt modelId="{1E7D948B-7B74-47D6-B20B-E29A3629F6C6}" type="pres">
      <dgm:prSet presAssocID="{CDFA5A72-4AA1-4864-B0DD-3B144B66B64D}" presName="rect1" presStyleLbl="trAlignAcc1" presStyleIdx="1" presStyleCnt="3">
        <dgm:presLayoutVars>
          <dgm:bulletEnabled val="1"/>
        </dgm:presLayoutVars>
      </dgm:prSet>
      <dgm:spPr/>
      <dgm:t>
        <a:bodyPr/>
        <a:lstStyle/>
        <a:p>
          <a:endParaRPr lang="en-US"/>
        </a:p>
      </dgm:t>
    </dgm:pt>
    <dgm:pt modelId="{359DD8CA-4645-46A3-8942-8CB5A42CA245}" type="pres">
      <dgm:prSet presAssocID="{CDFA5A72-4AA1-4864-B0DD-3B144B66B64D}" presName="rect2" presStyleLbl="fgImgPlace1" presStyleIdx="1" presStyleCnt="3"/>
      <dgm:spPr>
        <a:blipFill rotWithShape="1">
          <a:blip xmlns:r="http://schemas.openxmlformats.org/officeDocument/2006/relationships" r:embed="rId2"/>
          <a:stretch>
            <a:fillRect/>
          </a:stretch>
        </a:blipFill>
      </dgm:spPr>
    </dgm:pt>
    <dgm:pt modelId="{14867255-F639-492F-8F3C-C38F11255F79}" type="pres">
      <dgm:prSet presAssocID="{FA6EADD4-7985-4FE3-B1D1-DD5ECDEB5422}" presName="sibTrans" presStyleCnt="0"/>
      <dgm:spPr/>
    </dgm:pt>
    <dgm:pt modelId="{C167358A-3CB4-49E2-8BAF-4E54DBB227C1}" type="pres">
      <dgm:prSet presAssocID="{9D55D2AB-4AD9-43E5-8930-329ADBC276BA}" presName="composite" presStyleCnt="0"/>
      <dgm:spPr/>
    </dgm:pt>
    <dgm:pt modelId="{8B49D238-EC4A-4A73-8064-C626FA5244DC}" type="pres">
      <dgm:prSet presAssocID="{9D55D2AB-4AD9-43E5-8930-329ADBC276BA}" presName="rect1" presStyleLbl="trAlignAcc1" presStyleIdx="2" presStyleCnt="3">
        <dgm:presLayoutVars>
          <dgm:bulletEnabled val="1"/>
        </dgm:presLayoutVars>
      </dgm:prSet>
      <dgm:spPr/>
      <dgm:t>
        <a:bodyPr/>
        <a:lstStyle/>
        <a:p>
          <a:endParaRPr lang="en-US"/>
        </a:p>
      </dgm:t>
    </dgm:pt>
    <dgm:pt modelId="{0DCB6AD5-84C8-4398-BA68-DD5BAAB83CB8}" type="pres">
      <dgm:prSet presAssocID="{9D55D2AB-4AD9-43E5-8930-329ADBC276BA}" presName="rect2" presStyleLbl="fgImgPlace1" presStyleIdx="2" presStyleCnt="3"/>
      <dgm:spPr>
        <a:blipFill rotWithShape="1">
          <a:blip xmlns:r="http://schemas.openxmlformats.org/officeDocument/2006/relationships" r:embed="rId3"/>
          <a:stretch>
            <a:fillRect/>
          </a:stretch>
        </a:blipFill>
      </dgm:spPr>
    </dgm:pt>
  </dgm:ptLst>
  <dgm:cxnLst>
    <dgm:cxn modelId="{AFEC9CFE-2187-48C7-A29E-9A5E754D1952}" type="presOf" srcId="{CDFA5A72-4AA1-4864-B0DD-3B144B66B64D}" destId="{1E7D948B-7B74-47D6-B20B-E29A3629F6C6}" srcOrd="0" destOrd="0" presId="urn:microsoft.com/office/officeart/2008/layout/PictureStrips"/>
    <dgm:cxn modelId="{7312F865-5CE9-49DC-916E-A8614519A3DD}" type="presOf" srcId="{9D55D2AB-4AD9-43E5-8930-329ADBC276BA}" destId="{8B49D238-EC4A-4A73-8064-C626FA5244DC}" srcOrd="0" destOrd="0" presId="urn:microsoft.com/office/officeart/2008/layout/PictureStrips"/>
    <dgm:cxn modelId="{EB29AB80-14EA-4A6E-839D-C772762DF4C9}" type="presOf" srcId="{BE0C126C-B9B8-4460-873B-6ECDB3A3F4E8}" destId="{C058670C-7505-407A-91C9-37EB88414ED8}" srcOrd="0" destOrd="0" presId="urn:microsoft.com/office/officeart/2008/layout/PictureStrips"/>
    <dgm:cxn modelId="{1350222D-C879-48C1-8CB4-9D719FB88D2E}" srcId="{BE0C126C-B9B8-4460-873B-6ECDB3A3F4E8}" destId="{CDFA5A72-4AA1-4864-B0DD-3B144B66B64D}" srcOrd="1" destOrd="0" parTransId="{7B7462E8-BF3B-4C1A-92D4-9E905435449D}" sibTransId="{FA6EADD4-7985-4FE3-B1D1-DD5ECDEB5422}"/>
    <dgm:cxn modelId="{C8E1F6E3-83BD-44B2-914C-1EBE07E8A8EA}" srcId="{BE0C126C-B9B8-4460-873B-6ECDB3A3F4E8}" destId="{1307B582-1ED7-4AAD-8CF5-DB71CEA5C1D3}" srcOrd="0" destOrd="0" parTransId="{D28A3772-DB76-4114-BACC-3C8940BD035D}" sibTransId="{44816205-9EEF-47E5-B056-1916D4DDE300}"/>
    <dgm:cxn modelId="{53205D90-BC67-46B1-8798-424DC7875531}" srcId="{BE0C126C-B9B8-4460-873B-6ECDB3A3F4E8}" destId="{9D55D2AB-4AD9-43E5-8930-329ADBC276BA}" srcOrd="2" destOrd="0" parTransId="{1B51496D-B098-420C-8481-77E58FC1B851}" sibTransId="{9F105DE7-9F09-4154-89A5-A0A7CDB4D142}"/>
    <dgm:cxn modelId="{CDDF23AB-8E83-49A7-AF4C-7314B460EED1}" type="presOf" srcId="{1307B582-1ED7-4AAD-8CF5-DB71CEA5C1D3}" destId="{1AFA7239-5FEA-40D6-B55D-B3996D798C0C}" srcOrd="0" destOrd="0" presId="urn:microsoft.com/office/officeart/2008/layout/PictureStrips"/>
    <dgm:cxn modelId="{71797644-6EFC-495D-8B60-CA1C72073504}" type="presParOf" srcId="{C058670C-7505-407A-91C9-37EB88414ED8}" destId="{B14E5B3E-AFC2-4654-B531-E0FA0C09DFF8}" srcOrd="0" destOrd="0" presId="urn:microsoft.com/office/officeart/2008/layout/PictureStrips"/>
    <dgm:cxn modelId="{80327B20-2C03-4DFA-94EC-5BFCDBCAEC4B}" type="presParOf" srcId="{B14E5B3E-AFC2-4654-B531-E0FA0C09DFF8}" destId="{1AFA7239-5FEA-40D6-B55D-B3996D798C0C}" srcOrd="0" destOrd="0" presId="urn:microsoft.com/office/officeart/2008/layout/PictureStrips"/>
    <dgm:cxn modelId="{FF7C1628-4025-4DD2-B7EB-FE9BD3927EE6}" type="presParOf" srcId="{B14E5B3E-AFC2-4654-B531-E0FA0C09DFF8}" destId="{FC1E49C6-98FD-438F-A829-D9E24CD8B408}" srcOrd="1" destOrd="0" presId="urn:microsoft.com/office/officeart/2008/layout/PictureStrips"/>
    <dgm:cxn modelId="{59F1A1FD-9FAE-4103-8C15-D3F14D91E627}" type="presParOf" srcId="{C058670C-7505-407A-91C9-37EB88414ED8}" destId="{8D3C6FDC-659B-43BC-8F6C-220293868532}" srcOrd="1" destOrd="0" presId="urn:microsoft.com/office/officeart/2008/layout/PictureStrips"/>
    <dgm:cxn modelId="{EF2027B6-31C4-4719-817F-99F90A8FCE3E}" type="presParOf" srcId="{C058670C-7505-407A-91C9-37EB88414ED8}" destId="{2555B638-EDA4-4EC0-8455-ECE996E691A0}" srcOrd="2" destOrd="0" presId="urn:microsoft.com/office/officeart/2008/layout/PictureStrips"/>
    <dgm:cxn modelId="{9B5803B6-A4A8-4A92-886A-0B254588AE3F}" type="presParOf" srcId="{2555B638-EDA4-4EC0-8455-ECE996E691A0}" destId="{1E7D948B-7B74-47D6-B20B-E29A3629F6C6}" srcOrd="0" destOrd="0" presId="urn:microsoft.com/office/officeart/2008/layout/PictureStrips"/>
    <dgm:cxn modelId="{039BCE60-B444-4FE1-BB08-DE3AEA9D33E6}" type="presParOf" srcId="{2555B638-EDA4-4EC0-8455-ECE996E691A0}" destId="{359DD8CA-4645-46A3-8942-8CB5A42CA245}" srcOrd="1" destOrd="0" presId="urn:microsoft.com/office/officeart/2008/layout/PictureStrips"/>
    <dgm:cxn modelId="{5E67CCAD-2A7E-4AA6-BFB6-9254466EE17D}" type="presParOf" srcId="{C058670C-7505-407A-91C9-37EB88414ED8}" destId="{14867255-F639-492F-8F3C-C38F11255F79}" srcOrd="3" destOrd="0" presId="urn:microsoft.com/office/officeart/2008/layout/PictureStrips"/>
    <dgm:cxn modelId="{DEB318CE-41D5-4F64-8E90-1F41C0445A6D}" type="presParOf" srcId="{C058670C-7505-407A-91C9-37EB88414ED8}" destId="{C167358A-3CB4-49E2-8BAF-4E54DBB227C1}" srcOrd="4" destOrd="0" presId="urn:microsoft.com/office/officeart/2008/layout/PictureStrips"/>
    <dgm:cxn modelId="{6EDF75AF-8AE7-4DB8-9766-EFA8642D45FC}" type="presParOf" srcId="{C167358A-3CB4-49E2-8BAF-4E54DBB227C1}" destId="{8B49D238-EC4A-4A73-8064-C626FA5244DC}" srcOrd="0" destOrd="0" presId="urn:microsoft.com/office/officeart/2008/layout/PictureStrips"/>
    <dgm:cxn modelId="{DBFBA57C-A14A-4858-9CA6-E5AD0CD4C7BB}" type="presParOf" srcId="{C167358A-3CB4-49E2-8BAF-4E54DBB227C1}" destId="{0DCB6AD5-84C8-4398-BA68-DD5BAAB83CB8}"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FA7239-5FEA-40D6-B55D-B3996D798C0C}">
      <dsp:nvSpPr>
        <dsp:cNvPr id="0" name=""/>
        <dsp:cNvSpPr/>
      </dsp:nvSpPr>
      <dsp:spPr>
        <a:xfrm>
          <a:off x="1443275" y="266803"/>
          <a:ext cx="3348990" cy="1046559"/>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08870" tIns="114300" rIns="114300" bIns="114300" numCol="1" spcCol="1270" anchor="ctr" anchorCtr="0">
          <a:noAutofit/>
        </a:bodyPr>
        <a:lstStyle/>
        <a:p>
          <a:pPr lvl="0" algn="l" defTabSz="1333500">
            <a:lnSpc>
              <a:spcPct val="90000"/>
            </a:lnSpc>
            <a:spcBef>
              <a:spcPct val="0"/>
            </a:spcBef>
            <a:spcAft>
              <a:spcPct val="35000"/>
            </a:spcAft>
          </a:pPr>
          <a:r>
            <a:rPr lang="en-IN" sz="3000" b="1" strike="noStrike" kern="1200" spc="-1" dirty="0" smtClean="0">
              <a:latin typeface="IBM Plex Sans"/>
            </a:rPr>
            <a:t>It saves paper</a:t>
          </a:r>
          <a:endParaRPr lang="en-US" sz="3000" kern="1200" dirty="0"/>
        </a:p>
      </dsp:txBody>
      <dsp:txXfrm>
        <a:off x="1443275" y="266803"/>
        <a:ext cx="3348990" cy="1046559"/>
      </dsp:txXfrm>
    </dsp:sp>
    <dsp:sp modelId="{FC1E49C6-98FD-438F-A829-D9E24CD8B408}">
      <dsp:nvSpPr>
        <dsp:cNvPr id="0" name=""/>
        <dsp:cNvSpPr/>
      </dsp:nvSpPr>
      <dsp:spPr>
        <a:xfrm>
          <a:off x="1303734" y="115633"/>
          <a:ext cx="732591" cy="1098887"/>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7D948B-7B74-47D6-B20B-E29A3629F6C6}">
      <dsp:nvSpPr>
        <dsp:cNvPr id="0" name=""/>
        <dsp:cNvSpPr/>
      </dsp:nvSpPr>
      <dsp:spPr>
        <a:xfrm>
          <a:off x="1443275" y="1584305"/>
          <a:ext cx="3348990" cy="1046559"/>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08870" tIns="114300" rIns="114300" bIns="114300" numCol="1" spcCol="1270" anchor="ctr" anchorCtr="0">
          <a:noAutofit/>
        </a:bodyPr>
        <a:lstStyle/>
        <a:p>
          <a:pPr lvl="0" algn="l" defTabSz="1333500">
            <a:lnSpc>
              <a:spcPct val="90000"/>
            </a:lnSpc>
            <a:spcBef>
              <a:spcPct val="0"/>
            </a:spcBef>
            <a:spcAft>
              <a:spcPct val="35000"/>
            </a:spcAft>
          </a:pPr>
          <a:r>
            <a:rPr lang="en-IN" sz="3000" b="1" strike="noStrike" kern="1200" spc="-1" dirty="0" smtClean="0">
              <a:latin typeface="IBM Plex Sans"/>
            </a:rPr>
            <a:t>It saves time</a:t>
          </a:r>
          <a:endParaRPr lang="en-US" sz="3000" kern="1200" dirty="0"/>
        </a:p>
      </dsp:txBody>
      <dsp:txXfrm>
        <a:off x="1443275" y="1584305"/>
        <a:ext cx="3348990" cy="1046559"/>
      </dsp:txXfrm>
    </dsp:sp>
    <dsp:sp modelId="{359DD8CA-4645-46A3-8942-8CB5A42CA245}">
      <dsp:nvSpPr>
        <dsp:cNvPr id="0" name=""/>
        <dsp:cNvSpPr/>
      </dsp:nvSpPr>
      <dsp:spPr>
        <a:xfrm>
          <a:off x="1303734" y="1433135"/>
          <a:ext cx="732591" cy="1098887"/>
        </a:xfrm>
        <a:prstGeom prst="rect">
          <a:avLst/>
        </a:prstGeom>
        <a:blipFill rotWithShape="1">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49D238-EC4A-4A73-8064-C626FA5244DC}">
      <dsp:nvSpPr>
        <dsp:cNvPr id="0" name=""/>
        <dsp:cNvSpPr/>
      </dsp:nvSpPr>
      <dsp:spPr>
        <a:xfrm>
          <a:off x="1443275" y="2901807"/>
          <a:ext cx="3348990" cy="1046559"/>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08870" tIns="114300" rIns="114300" bIns="114300" numCol="1" spcCol="1270" anchor="ctr" anchorCtr="0">
          <a:noAutofit/>
        </a:bodyPr>
        <a:lstStyle/>
        <a:p>
          <a:pPr lvl="0" algn="l" defTabSz="1333500">
            <a:lnSpc>
              <a:spcPct val="90000"/>
            </a:lnSpc>
            <a:spcBef>
              <a:spcPct val="0"/>
            </a:spcBef>
            <a:spcAft>
              <a:spcPct val="35000"/>
            </a:spcAft>
          </a:pPr>
          <a:r>
            <a:rPr lang="en-IN" sz="3000" b="1" strike="noStrike" kern="1200" spc="-1" dirty="0" smtClean="0">
              <a:latin typeface="IBM Plex Sans"/>
            </a:rPr>
            <a:t>It’s more secure.</a:t>
          </a:r>
          <a:endParaRPr lang="en-US" sz="3000" kern="1200" dirty="0"/>
        </a:p>
      </dsp:txBody>
      <dsp:txXfrm>
        <a:off x="1443275" y="2901807"/>
        <a:ext cx="3348990" cy="1046559"/>
      </dsp:txXfrm>
    </dsp:sp>
    <dsp:sp modelId="{0DCB6AD5-84C8-4398-BA68-DD5BAAB83CB8}">
      <dsp:nvSpPr>
        <dsp:cNvPr id="0" name=""/>
        <dsp:cNvSpPr/>
      </dsp:nvSpPr>
      <dsp:spPr>
        <a:xfrm>
          <a:off x="1303734" y="2750637"/>
          <a:ext cx="732591" cy="1098887"/>
        </a:xfrm>
        <a:prstGeom prst="rect">
          <a:avLst/>
        </a:prstGeom>
        <a:blipFill rotWithShape="1">
          <a:blip xmlns:r="http://schemas.openxmlformats.org/officeDocument/2006/relationships" r:embed="rId3"/>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25664548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0170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1638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0" y="0"/>
            <a:ext cx="9144000" cy="3745800"/>
          </a:xfrm>
          <a:prstGeom prst="rect">
            <a:avLst/>
          </a:prstGeom>
          <a:solidFill>
            <a:srgbClr val="FF0040">
              <a:alpha val="81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579000" y="1920450"/>
            <a:ext cx="54300" cy="1191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2" name="Google Shape;12;p2"/>
          <p:cNvSpPr txBox="1">
            <a:spLocks noGrp="1"/>
          </p:cNvSpPr>
          <p:nvPr>
            <p:ph type="ctrTitle"/>
          </p:nvPr>
        </p:nvSpPr>
        <p:spPr>
          <a:xfrm>
            <a:off x="685800" y="1915625"/>
            <a:ext cx="54123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800"/>
              <a:buNone/>
              <a:defRPr sz="4800">
                <a:solidFill>
                  <a:srgbClr val="FFFFFF"/>
                </a:solidFill>
              </a:defRPr>
            </a:lvl1pPr>
            <a:lvl2pPr lvl="1">
              <a:spcBef>
                <a:spcPts val="0"/>
              </a:spcBef>
              <a:spcAft>
                <a:spcPts val="0"/>
              </a:spcAft>
              <a:buClr>
                <a:srgbClr val="FFFFFF"/>
              </a:buClr>
              <a:buSzPts val="4800"/>
              <a:buNone/>
              <a:defRPr sz="4800">
                <a:solidFill>
                  <a:srgbClr val="FFFFFF"/>
                </a:solidFill>
              </a:defRPr>
            </a:lvl2pPr>
            <a:lvl3pPr lvl="2">
              <a:spcBef>
                <a:spcPts val="0"/>
              </a:spcBef>
              <a:spcAft>
                <a:spcPts val="0"/>
              </a:spcAft>
              <a:buClr>
                <a:srgbClr val="FFFFFF"/>
              </a:buClr>
              <a:buSzPts val="4800"/>
              <a:buNone/>
              <a:defRPr sz="4800">
                <a:solidFill>
                  <a:srgbClr val="FFFFFF"/>
                </a:solidFill>
              </a:defRPr>
            </a:lvl3pPr>
            <a:lvl4pPr lvl="3">
              <a:spcBef>
                <a:spcPts val="0"/>
              </a:spcBef>
              <a:spcAft>
                <a:spcPts val="0"/>
              </a:spcAft>
              <a:buClr>
                <a:srgbClr val="FFFFFF"/>
              </a:buClr>
              <a:buSzPts val="4800"/>
              <a:buNone/>
              <a:defRPr sz="4800">
                <a:solidFill>
                  <a:srgbClr val="FFFFFF"/>
                </a:solidFill>
              </a:defRPr>
            </a:lvl4pPr>
            <a:lvl5pPr lvl="4">
              <a:spcBef>
                <a:spcPts val="0"/>
              </a:spcBef>
              <a:spcAft>
                <a:spcPts val="0"/>
              </a:spcAft>
              <a:buClr>
                <a:srgbClr val="FFFFFF"/>
              </a:buClr>
              <a:buSzPts val="4800"/>
              <a:buNone/>
              <a:defRPr sz="4800">
                <a:solidFill>
                  <a:srgbClr val="FFFFFF"/>
                </a:solidFill>
              </a:defRPr>
            </a:lvl5pPr>
            <a:lvl6pPr lvl="5">
              <a:spcBef>
                <a:spcPts val="0"/>
              </a:spcBef>
              <a:spcAft>
                <a:spcPts val="0"/>
              </a:spcAft>
              <a:buClr>
                <a:srgbClr val="FFFFFF"/>
              </a:buClr>
              <a:buSzPts val="4800"/>
              <a:buNone/>
              <a:defRPr sz="4800">
                <a:solidFill>
                  <a:srgbClr val="FFFFFF"/>
                </a:solidFill>
              </a:defRPr>
            </a:lvl6pPr>
            <a:lvl7pPr lvl="6">
              <a:spcBef>
                <a:spcPts val="0"/>
              </a:spcBef>
              <a:spcAft>
                <a:spcPts val="0"/>
              </a:spcAft>
              <a:buClr>
                <a:srgbClr val="FFFFFF"/>
              </a:buClr>
              <a:buSzPts val="4800"/>
              <a:buNone/>
              <a:defRPr sz="4800">
                <a:solidFill>
                  <a:srgbClr val="FFFFFF"/>
                </a:solidFill>
              </a:defRPr>
            </a:lvl7pPr>
            <a:lvl8pPr lvl="7">
              <a:spcBef>
                <a:spcPts val="0"/>
              </a:spcBef>
              <a:spcAft>
                <a:spcPts val="0"/>
              </a:spcAft>
              <a:buClr>
                <a:srgbClr val="FFFFFF"/>
              </a:buClr>
              <a:buSzPts val="4800"/>
              <a:buNone/>
              <a:defRPr sz="4800">
                <a:solidFill>
                  <a:srgbClr val="FFFFFF"/>
                </a:solidFill>
              </a:defRPr>
            </a:lvl8pPr>
            <a:lvl9pPr lvl="8">
              <a:spcBef>
                <a:spcPts val="0"/>
              </a:spcBef>
              <a:spcAft>
                <a:spcPts val="0"/>
              </a:spcAft>
              <a:buClr>
                <a:srgbClr val="FFFFFF"/>
              </a:buClr>
              <a:buSzPts val="4800"/>
              <a:buNone/>
              <a:defRPr sz="48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19"/>
        <p:cNvGrpSpPr/>
        <p:nvPr/>
      </p:nvGrpSpPr>
      <p:grpSpPr>
        <a:xfrm>
          <a:off x="0" y="0"/>
          <a:ext cx="0" cy="0"/>
          <a:chOff x="0" y="0"/>
          <a:chExt cx="0" cy="0"/>
        </a:xfrm>
      </p:grpSpPr>
      <p:sp>
        <p:nvSpPr>
          <p:cNvPr id="20" name="Google Shape;20;p4"/>
          <p:cNvSpPr/>
          <p:nvPr/>
        </p:nvSpPr>
        <p:spPr>
          <a:xfrm>
            <a:off x="0" y="-9750"/>
            <a:ext cx="7726800" cy="516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body" idx="1"/>
          </p:nvPr>
        </p:nvSpPr>
        <p:spPr>
          <a:xfrm>
            <a:off x="1261050" y="1058150"/>
            <a:ext cx="5404500" cy="2744400"/>
          </a:xfrm>
          <a:prstGeom prst="rect">
            <a:avLst/>
          </a:prstGeom>
        </p:spPr>
        <p:txBody>
          <a:bodyPr spcFirstLastPara="1" wrap="square" lIns="91425" tIns="91425" rIns="91425" bIns="91425" anchor="t" anchorCtr="0">
            <a:noAutofit/>
          </a:bodyPr>
          <a:lstStyle>
            <a:lvl1pPr marL="457200" lvl="0" indent="-419100" rtl="0">
              <a:spcBef>
                <a:spcPts val="600"/>
              </a:spcBef>
              <a:spcAft>
                <a:spcPts val="0"/>
              </a:spcAft>
              <a:buClr>
                <a:srgbClr val="FFFFFF"/>
              </a:buClr>
              <a:buSzPts val="3000"/>
              <a:buChar char="▪"/>
              <a:defRPr sz="3000" i="1">
                <a:solidFill>
                  <a:srgbClr val="FFFFFF"/>
                </a:solidFill>
              </a:defRPr>
            </a:lvl1pPr>
            <a:lvl2pPr marL="914400" lvl="1" indent="-419100" rtl="0">
              <a:spcBef>
                <a:spcPts val="0"/>
              </a:spcBef>
              <a:spcAft>
                <a:spcPts val="0"/>
              </a:spcAft>
              <a:buClr>
                <a:srgbClr val="FFFFFF"/>
              </a:buClr>
              <a:buSzPts val="3000"/>
              <a:buChar char="▫"/>
              <a:defRPr sz="3000" i="1">
                <a:solidFill>
                  <a:srgbClr val="FFFFFF"/>
                </a:solidFill>
              </a:defRPr>
            </a:lvl2pPr>
            <a:lvl3pPr marL="1371600" lvl="2" indent="-419100" rtl="0">
              <a:spcBef>
                <a:spcPts val="0"/>
              </a:spcBef>
              <a:spcAft>
                <a:spcPts val="0"/>
              </a:spcAft>
              <a:buClr>
                <a:srgbClr val="FFFFFF"/>
              </a:buClr>
              <a:buSzPts val="3000"/>
              <a:buChar char="▸"/>
              <a:defRPr sz="3000" i="1">
                <a:solidFill>
                  <a:srgbClr val="FFFFFF"/>
                </a:solidFill>
              </a:defRPr>
            </a:lvl3pPr>
            <a:lvl4pPr marL="1828800" lvl="3" indent="-419100" rtl="0">
              <a:spcBef>
                <a:spcPts val="0"/>
              </a:spcBef>
              <a:spcAft>
                <a:spcPts val="0"/>
              </a:spcAft>
              <a:buClr>
                <a:srgbClr val="FFFFFF"/>
              </a:buClr>
              <a:buSzPts val="3000"/>
              <a:buChar char="▹"/>
              <a:defRPr sz="3000" i="1">
                <a:solidFill>
                  <a:srgbClr val="FFFFFF"/>
                </a:solidFill>
              </a:defRPr>
            </a:lvl4pPr>
            <a:lvl5pPr marL="2286000" lvl="4" indent="-419100" rtl="0">
              <a:spcBef>
                <a:spcPts val="0"/>
              </a:spcBef>
              <a:spcAft>
                <a:spcPts val="0"/>
              </a:spcAft>
              <a:buClr>
                <a:srgbClr val="FFFFFF"/>
              </a:buClr>
              <a:buSzPts val="3000"/>
              <a:buChar char="▹"/>
              <a:defRPr sz="3000" i="1">
                <a:solidFill>
                  <a:srgbClr val="FFFFFF"/>
                </a:solidFill>
              </a:defRPr>
            </a:lvl5pPr>
            <a:lvl6pPr marL="2743200" lvl="5" indent="-419100" rtl="0">
              <a:spcBef>
                <a:spcPts val="0"/>
              </a:spcBef>
              <a:spcAft>
                <a:spcPts val="0"/>
              </a:spcAft>
              <a:buClr>
                <a:srgbClr val="FFFFFF"/>
              </a:buClr>
              <a:buSzPts val="3000"/>
              <a:buChar char="▹"/>
              <a:defRPr sz="3000" i="1">
                <a:solidFill>
                  <a:srgbClr val="FFFFFF"/>
                </a:solidFill>
              </a:defRPr>
            </a:lvl6pPr>
            <a:lvl7pPr marL="3200400" lvl="6" indent="-419100" rtl="0">
              <a:spcBef>
                <a:spcPts val="0"/>
              </a:spcBef>
              <a:spcAft>
                <a:spcPts val="0"/>
              </a:spcAft>
              <a:buClr>
                <a:srgbClr val="FFFFFF"/>
              </a:buClr>
              <a:buSzPts val="3000"/>
              <a:buChar char="▹"/>
              <a:defRPr sz="3000" i="1">
                <a:solidFill>
                  <a:srgbClr val="FFFFFF"/>
                </a:solidFill>
              </a:defRPr>
            </a:lvl7pPr>
            <a:lvl8pPr marL="3657600" lvl="7" indent="-419100" rtl="0">
              <a:spcBef>
                <a:spcPts val="0"/>
              </a:spcBef>
              <a:spcAft>
                <a:spcPts val="0"/>
              </a:spcAft>
              <a:buClr>
                <a:srgbClr val="FFFFFF"/>
              </a:buClr>
              <a:buSzPts val="3000"/>
              <a:buChar char="▹"/>
              <a:defRPr sz="3000" i="1">
                <a:solidFill>
                  <a:srgbClr val="FFFFFF"/>
                </a:solidFill>
              </a:defRPr>
            </a:lvl8pPr>
            <a:lvl9pPr marL="4114800" lvl="8" indent="-419100">
              <a:spcBef>
                <a:spcPts val="0"/>
              </a:spcBef>
              <a:spcAft>
                <a:spcPts val="0"/>
              </a:spcAft>
              <a:buClr>
                <a:srgbClr val="FFFFFF"/>
              </a:buClr>
              <a:buSzPts val="3000"/>
              <a:buChar char="▹"/>
              <a:defRPr sz="3000" i="1">
                <a:solidFill>
                  <a:srgbClr val="FFFFFF"/>
                </a:solidFill>
              </a:defRPr>
            </a:lvl9pPr>
          </a:lstStyle>
          <a:p>
            <a:endParaRPr/>
          </a:p>
        </p:txBody>
      </p:sp>
      <p:sp>
        <p:nvSpPr>
          <p:cNvPr id="22" name="Google Shape;22;p4"/>
          <p:cNvSpPr txBox="1"/>
          <p:nvPr/>
        </p:nvSpPr>
        <p:spPr>
          <a:xfrm>
            <a:off x="439873" y="742344"/>
            <a:ext cx="1957200" cy="65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600" b="1">
                <a:solidFill>
                  <a:srgbClr val="FFFFFF"/>
                </a:solidFill>
              </a:rPr>
              <a:t>“</a:t>
            </a:r>
            <a:endParaRPr sz="9600" b="1">
              <a:solidFill>
                <a:srgbClr val="FFFFFF"/>
              </a:solidFill>
            </a:endParaRPr>
          </a:p>
        </p:txBody>
      </p:sp>
      <p:sp>
        <p:nvSpPr>
          <p:cNvPr id="23" name="Google Shape;23;p4"/>
          <p:cNvSpPr txBox="1">
            <a:spLocks noGrp="1"/>
          </p:cNvSpPr>
          <p:nvPr>
            <p:ph type="sldNum" idx="12"/>
          </p:nvPr>
        </p:nvSpPr>
        <p:spPr>
          <a:xfrm>
            <a:off x="84805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color">
  <p:cSld name="TITLE_ONLY_1">
    <p:spTree>
      <p:nvGrpSpPr>
        <p:cNvPr id="1" name="Shape 50"/>
        <p:cNvGrpSpPr/>
        <p:nvPr/>
      </p:nvGrpSpPr>
      <p:grpSpPr>
        <a:xfrm>
          <a:off x="0" y="0"/>
          <a:ext cx="0" cy="0"/>
          <a:chOff x="0" y="0"/>
          <a:chExt cx="0" cy="0"/>
        </a:xfrm>
      </p:grpSpPr>
      <p:sp>
        <p:nvSpPr>
          <p:cNvPr id="51" name="Google Shape;51;p9"/>
          <p:cNvSpPr/>
          <p:nvPr/>
        </p:nvSpPr>
        <p:spPr>
          <a:xfrm>
            <a:off x="0" y="0"/>
            <a:ext cx="9144000" cy="3745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9"/>
          <p:cNvSpPr txBox="1">
            <a:spLocks noGrp="1"/>
          </p:cNvSpPr>
          <p:nvPr>
            <p:ph type="title"/>
          </p:nvPr>
        </p:nvSpPr>
        <p:spPr>
          <a:xfrm>
            <a:off x="844425" y="422500"/>
            <a:ext cx="3226800" cy="857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2600"/>
              <a:buNone/>
              <a:defRPr>
                <a:solidFill>
                  <a:srgbClr val="FFFFFF"/>
                </a:solidFill>
              </a:defRPr>
            </a:lvl1pPr>
            <a:lvl2pPr lvl="1" rtl="0">
              <a:spcBef>
                <a:spcPts val="0"/>
              </a:spcBef>
              <a:spcAft>
                <a:spcPts val="0"/>
              </a:spcAft>
              <a:buClr>
                <a:srgbClr val="FFFFFF"/>
              </a:buClr>
              <a:buSzPts val="2600"/>
              <a:buNone/>
              <a:defRPr>
                <a:solidFill>
                  <a:srgbClr val="FFFFFF"/>
                </a:solidFill>
              </a:defRPr>
            </a:lvl2pPr>
            <a:lvl3pPr lvl="2" rtl="0">
              <a:spcBef>
                <a:spcPts val="0"/>
              </a:spcBef>
              <a:spcAft>
                <a:spcPts val="0"/>
              </a:spcAft>
              <a:buClr>
                <a:srgbClr val="FFFFFF"/>
              </a:buClr>
              <a:buSzPts val="2600"/>
              <a:buNone/>
              <a:defRPr>
                <a:solidFill>
                  <a:srgbClr val="FFFFFF"/>
                </a:solidFill>
              </a:defRPr>
            </a:lvl3pPr>
            <a:lvl4pPr lvl="3" rtl="0">
              <a:spcBef>
                <a:spcPts val="0"/>
              </a:spcBef>
              <a:spcAft>
                <a:spcPts val="0"/>
              </a:spcAft>
              <a:buClr>
                <a:srgbClr val="FFFFFF"/>
              </a:buClr>
              <a:buSzPts val="2600"/>
              <a:buNone/>
              <a:defRPr>
                <a:solidFill>
                  <a:srgbClr val="FFFFFF"/>
                </a:solidFill>
              </a:defRPr>
            </a:lvl4pPr>
            <a:lvl5pPr lvl="4" rtl="0">
              <a:spcBef>
                <a:spcPts val="0"/>
              </a:spcBef>
              <a:spcAft>
                <a:spcPts val="0"/>
              </a:spcAft>
              <a:buClr>
                <a:srgbClr val="FFFFFF"/>
              </a:buClr>
              <a:buSzPts val="2600"/>
              <a:buNone/>
              <a:defRPr>
                <a:solidFill>
                  <a:srgbClr val="FFFFFF"/>
                </a:solidFill>
              </a:defRPr>
            </a:lvl5pPr>
            <a:lvl6pPr lvl="5" rtl="0">
              <a:spcBef>
                <a:spcPts val="0"/>
              </a:spcBef>
              <a:spcAft>
                <a:spcPts val="0"/>
              </a:spcAft>
              <a:buClr>
                <a:srgbClr val="FFFFFF"/>
              </a:buClr>
              <a:buSzPts val="2600"/>
              <a:buNone/>
              <a:defRPr>
                <a:solidFill>
                  <a:srgbClr val="FFFFFF"/>
                </a:solidFill>
              </a:defRPr>
            </a:lvl6pPr>
            <a:lvl7pPr lvl="6" rtl="0">
              <a:spcBef>
                <a:spcPts val="0"/>
              </a:spcBef>
              <a:spcAft>
                <a:spcPts val="0"/>
              </a:spcAft>
              <a:buClr>
                <a:srgbClr val="FFFFFF"/>
              </a:buClr>
              <a:buSzPts val="2600"/>
              <a:buNone/>
              <a:defRPr>
                <a:solidFill>
                  <a:srgbClr val="FFFFFF"/>
                </a:solidFill>
              </a:defRPr>
            </a:lvl7pPr>
            <a:lvl8pPr lvl="7" rtl="0">
              <a:spcBef>
                <a:spcPts val="0"/>
              </a:spcBef>
              <a:spcAft>
                <a:spcPts val="0"/>
              </a:spcAft>
              <a:buClr>
                <a:srgbClr val="FFFFFF"/>
              </a:buClr>
              <a:buSzPts val="2600"/>
              <a:buNone/>
              <a:defRPr>
                <a:solidFill>
                  <a:srgbClr val="FFFFFF"/>
                </a:solidFill>
              </a:defRPr>
            </a:lvl8pPr>
            <a:lvl9pPr lvl="8" rtl="0">
              <a:spcBef>
                <a:spcPts val="0"/>
              </a:spcBef>
              <a:spcAft>
                <a:spcPts val="0"/>
              </a:spcAft>
              <a:buClr>
                <a:srgbClr val="FFFFFF"/>
              </a:buClr>
              <a:buSzPts val="2600"/>
              <a:buNone/>
              <a:defRPr>
                <a:solidFill>
                  <a:srgbClr val="FFFFFF"/>
                </a:solidFill>
              </a:defRPr>
            </a:lvl9pPr>
          </a:lstStyle>
          <a:p>
            <a:endParaRPr/>
          </a:p>
        </p:txBody>
      </p:sp>
      <p:sp>
        <p:nvSpPr>
          <p:cNvPr id="53" name="Google Shape;53;p9"/>
          <p:cNvSpPr/>
          <p:nvPr/>
        </p:nvSpPr>
        <p:spPr>
          <a:xfrm>
            <a:off x="579000" y="579000"/>
            <a:ext cx="54300" cy="675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54" name="Google Shape;54;p9"/>
          <p:cNvSpPr txBox="1">
            <a:spLocks noGrp="1"/>
          </p:cNvSpPr>
          <p:nvPr>
            <p:ph type="sldNum" idx="12"/>
          </p:nvPr>
        </p:nvSpPr>
        <p:spPr>
          <a:xfrm>
            <a:off x="84805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half">
  <p:cSld name="TITLE_ONLY_1_1">
    <p:spTree>
      <p:nvGrpSpPr>
        <p:cNvPr id="1" name="Shape 55"/>
        <p:cNvGrpSpPr/>
        <p:nvPr/>
      </p:nvGrpSpPr>
      <p:grpSpPr>
        <a:xfrm>
          <a:off x="0" y="0"/>
          <a:ext cx="0" cy="0"/>
          <a:chOff x="0" y="0"/>
          <a:chExt cx="0" cy="0"/>
        </a:xfrm>
      </p:grpSpPr>
      <p:sp>
        <p:nvSpPr>
          <p:cNvPr id="56" name="Google Shape;56;p10"/>
          <p:cNvSpPr/>
          <p:nvPr/>
        </p:nvSpPr>
        <p:spPr>
          <a:xfrm>
            <a:off x="0" y="0"/>
            <a:ext cx="4578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0"/>
          <p:cNvSpPr txBox="1">
            <a:spLocks noGrp="1"/>
          </p:cNvSpPr>
          <p:nvPr>
            <p:ph type="title"/>
          </p:nvPr>
        </p:nvSpPr>
        <p:spPr>
          <a:xfrm>
            <a:off x="844425" y="422500"/>
            <a:ext cx="3226800" cy="857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2600"/>
              <a:buNone/>
              <a:defRPr>
                <a:solidFill>
                  <a:srgbClr val="FFFFFF"/>
                </a:solidFill>
              </a:defRPr>
            </a:lvl1pPr>
            <a:lvl2pPr lvl="1" rtl="0">
              <a:spcBef>
                <a:spcPts val="0"/>
              </a:spcBef>
              <a:spcAft>
                <a:spcPts val="0"/>
              </a:spcAft>
              <a:buClr>
                <a:srgbClr val="FFFFFF"/>
              </a:buClr>
              <a:buSzPts val="2600"/>
              <a:buNone/>
              <a:defRPr>
                <a:solidFill>
                  <a:srgbClr val="FFFFFF"/>
                </a:solidFill>
              </a:defRPr>
            </a:lvl2pPr>
            <a:lvl3pPr lvl="2" rtl="0">
              <a:spcBef>
                <a:spcPts val="0"/>
              </a:spcBef>
              <a:spcAft>
                <a:spcPts val="0"/>
              </a:spcAft>
              <a:buClr>
                <a:srgbClr val="FFFFFF"/>
              </a:buClr>
              <a:buSzPts val="2600"/>
              <a:buNone/>
              <a:defRPr>
                <a:solidFill>
                  <a:srgbClr val="FFFFFF"/>
                </a:solidFill>
              </a:defRPr>
            </a:lvl3pPr>
            <a:lvl4pPr lvl="3" rtl="0">
              <a:spcBef>
                <a:spcPts val="0"/>
              </a:spcBef>
              <a:spcAft>
                <a:spcPts val="0"/>
              </a:spcAft>
              <a:buClr>
                <a:srgbClr val="FFFFFF"/>
              </a:buClr>
              <a:buSzPts val="2600"/>
              <a:buNone/>
              <a:defRPr>
                <a:solidFill>
                  <a:srgbClr val="FFFFFF"/>
                </a:solidFill>
              </a:defRPr>
            </a:lvl4pPr>
            <a:lvl5pPr lvl="4" rtl="0">
              <a:spcBef>
                <a:spcPts val="0"/>
              </a:spcBef>
              <a:spcAft>
                <a:spcPts val="0"/>
              </a:spcAft>
              <a:buClr>
                <a:srgbClr val="FFFFFF"/>
              </a:buClr>
              <a:buSzPts val="2600"/>
              <a:buNone/>
              <a:defRPr>
                <a:solidFill>
                  <a:srgbClr val="FFFFFF"/>
                </a:solidFill>
              </a:defRPr>
            </a:lvl5pPr>
            <a:lvl6pPr lvl="5" rtl="0">
              <a:spcBef>
                <a:spcPts val="0"/>
              </a:spcBef>
              <a:spcAft>
                <a:spcPts val="0"/>
              </a:spcAft>
              <a:buClr>
                <a:srgbClr val="FFFFFF"/>
              </a:buClr>
              <a:buSzPts val="2600"/>
              <a:buNone/>
              <a:defRPr>
                <a:solidFill>
                  <a:srgbClr val="FFFFFF"/>
                </a:solidFill>
              </a:defRPr>
            </a:lvl6pPr>
            <a:lvl7pPr lvl="6" rtl="0">
              <a:spcBef>
                <a:spcPts val="0"/>
              </a:spcBef>
              <a:spcAft>
                <a:spcPts val="0"/>
              </a:spcAft>
              <a:buClr>
                <a:srgbClr val="FFFFFF"/>
              </a:buClr>
              <a:buSzPts val="2600"/>
              <a:buNone/>
              <a:defRPr>
                <a:solidFill>
                  <a:srgbClr val="FFFFFF"/>
                </a:solidFill>
              </a:defRPr>
            </a:lvl7pPr>
            <a:lvl8pPr lvl="7" rtl="0">
              <a:spcBef>
                <a:spcPts val="0"/>
              </a:spcBef>
              <a:spcAft>
                <a:spcPts val="0"/>
              </a:spcAft>
              <a:buClr>
                <a:srgbClr val="FFFFFF"/>
              </a:buClr>
              <a:buSzPts val="2600"/>
              <a:buNone/>
              <a:defRPr>
                <a:solidFill>
                  <a:srgbClr val="FFFFFF"/>
                </a:solidFill>
              </a:defRPr>
            </a:lvl8pPr>
            <a:lvl9pPr lvl="8" rtl="0">
              <a:spcBef>
                <a:spcPts val="0"/>
              </a:spcBef>
              <a:spcAft>
                <a:spcPts val="0"/>
              </a:spcAft>
              <a:buClr>
                <a:srgbClr val="FFFFFF"/>
              </a:buClr>
              <a:buSzPts val="2600"/>
              <a:buNone/>
              <a:defRPr>
                <a:solidFill>
                  <a:srgbClr val="FFFFFF"/>
                </a:solidFill>
              </a:defRPr>
            </a:lvl9pPr>
          </a:lstStyle>
          <a:p>
            <a:endParaRPr/>
          </a:p>
        </p:txBody>
      </p:sp>
      <p:sp>
        <p:nvSpPr>
          <p:cNvPr id="58" name="Google Shape;58;p10"/>
          <p:cNvSpPr/>
          <p:nvPr/>
        </p:nvSpPr>
        <p:spPr>
          <a:xfrm>
            <a:off x="579000" y="579000"/>
            <a:ext cx="54300" cy="675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59" name="Google Shape;59;p10"/>
          <p:cNvSpPr/>
          <p:nvPr/>
        </p:nvSpPr>
        <p:spPr>
          <a:xfrm>
            <a:off x="9089700" y="0"/>
            <a:ext cx="54300" cy="5143500"/>
          </a:xfrm>
          <a:prstGeom prst="rect">
            <a:avLst/>
          </a:prstGeom>
          <a:solidFill>
            <a:srgbClr val="FF00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0"/>
          <p:cNvSpPr txBox="1">
            <a:spLocks noGrp="1"/>
          </p:cNvSpPr>
          <p:nvPr>
            <p:ph type="sldNum" idx="12"/>
          </p:nvPr>
        </p:nvSpPr>
        <p:spPr>
          <a:xfrm>
            <a:off x="84805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mage background">
  <p:cSld name="TITLE_ONLY_1_1_1">
    <p:spTree>
      <p:nvGrpSpPr>
        <p:cNvPr id="1" name="Shape 61"/>
        <p:cNvGrpSpPr/>
        <p:nvPr/>
      </p:nvGrpSpPr>
      <p:grpSpPr>
        <a:xfrm>
          <a:off x="0" y="0"/>
          <a:ext cx="0" cy="0"/>
          <a:chOff x="0" y="0"/>
          <a:chExt cx="0" cy="0"/>
        </a:xfrm>
      </p:grpSpPr>
      <p:sp>
        <p:nvSpPr>
          <p:cNvPr id="62" name="Google Shape;62;p11"/>
          <p:cNvSpPr/>
          <p:nvPr/>
        </p:nvSpPr>
        <p:spPr>
          <a:xfrm>
            <a:off x="0" y="0"/>
            <a:ext cx="2292000" cy="5143500"/>
          </a:xfrm>
          <a:prstGeom prst="rect">
            <a:avLst/>
          </a:prstGeom>
          <a:solidFill>
            <a:srgbClr val="FF0040">
              <a:alpha val="81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1"/>
          <p:cNvSpPr txBox="1">
            <a:spLocks noGrp="1"/>
          </p:cNvSpPr>
          <p:nvPr>
            <p:ph type="sldNum" idx="12"/>
          </p:nvPr>
        </p:nvSpPr>
        <p:spPr>
          <a:xfrm>
            <a:off x="8480584" y="4749851"/>
            <a:ext cx="548700" cy="393600"/>
          </a:xfrm>
          <a:prstGeom prst="rect">
            <a:avLst/>
          </a:prstGeom>
        </p:spPr>
        <p:txBody>
          <a:bodyPr spcFirstLastPara="1" wrap="square" lIns="91425" tIns="91425" rIns="91425" bIns="91425" anchor="t"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color">
  <p:cSld name="BLANK_1">
    <p:spTree>
      <p:nvGrpSpPr>
        <p:cNvPr id="1" name="Shape 72"/>
        <p:cNvGrpSpPr/>
        <p:nvPr/>
      </p:nvGrpSpPr>
      <p:grpSpPr>
        <a:xfrm>
          <a:off x="0" y="0"/>
          <a:ext cx="0" cy="0"/>
          <a:chOff x="0" y="0"/>
          <a:chExt cx="0" cy="0"/>
        </a:xfrm>
      </p:grpSpPr>
      <p:sp>
        <p:nvSpPr>
          <p:cNvPr id="73" name="Google Shape;73;p14"/>
          <p:cNvSpPr/>
          <p:nvPr/>
        </p:nvSpPr>
        <p:spPr>
          <a:xfrm>
            <a:off x="0" y="0"/>
            <a:ext cx="9144000" cy="259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4"/>
          <p:cNvSpPr txBox="1">
            <a:spLocks noGrp="1"/>
          </p:cNvSpPr>
          <p:nvPr>
            <p:ph type="sldNum" idx="12"/>
          </p:nvPr>
        </p:nvSpPr>
        <p:spPr>
          <a:xfrm>
            <a:off x="84805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44425" y="422500"/>
            <a:ext cx="3226800" cy="857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600"/>
              <a:buFont typeface="Titillium Web"/>
              <a:buNone/>
              <a:defRPr sz="2600" b="1">
                <a:solidFill>
                  <a:schemeClr val="dk1"/>
                </a:solidFill>
                <a:latin typeface="Titillium Web"/>
                <a:ea typeface="Titillium Web"/>
                <a:cs typeface="Titillium Web"/>
                <a:sym typeface="Titillium Web"/>
              </a:defRPr>
            </a:lvl1pPr>
            <a:lvl2pPr lvl="1">
              <a:spcBef>
                <a:spcPts val="0"/>
              </a:spcBef>
              <a:spcAft>
                <a:spcPts val="0"/>
              </a:spcAft>
              <a:buClr>
                <a:schemeClr val="dk1"/>
              </a:buClr>
              <a:buSzPts val="2600"/>
              <a:buFont typeface="Titillium Web"/>
              <a:buNone/>
              <a:defRPr sz="2600" b="1">
                <a:solidFill>
                  <a:schemeClr val="dk1"/>
                </a:solidFill>
                <a:latin typeface="Titillium Web"/>
                <a:ea typeface="Titillium Web"/>
                <a:cs typeface="Titillium Web"/>
                <a:sym typeface="Titillium Web"/>
              </a:defRPr>
            </a:lvl2pPr>
            <a:lvl3pPr lvl="2">
              <a:spcBef>
                <a:spcPts val="0"/>
              </a:spcBef>
              <a:spcAft>
                <a:spcPts val="0"/>
              </a:spcAft>
              <a:buClr>
                <a:schemeClr val="dk1"/>
              </a:buClr>
              <a:buSzPts val="2600"/>
              <a:buFont typeface="Titillium Web"/>
              <a:buNone/>
              <a:defRPr sz="2600" b="1">
                <a:solidFill>
                  <a:schemeClr val="dk1"/>
                </a:solidFill>
                <a:latin typeface="Titillium Web"/>
                <a:ea typeface="Titillium Web"/>
                <a:cs typeface="Titillium Web"/>
                <a:sym typeface="Titillium Web"/>
              </a:defRPr>
            </a:lvl3pPr>
            <a:lvl4pPr lvl="3">
              <a:spcBef>
                <a:spcPts val="0"/>
              </a:spcBef>
              <a:spcAft>
                <a:spcPts val="0"/>
              </a:spcAft>
              <a:buClr>
                <a:schemeClr val="dk1"/>
              </a:buClr>
              <a:buSzPts val="2600"/>
              <a:buFont typeface="Titillium Web"/>
              <a:buNone/>
              <a:defRPr sz="2600" b="1">
                <a:solidFill>
                  <a:schemeClr val="dk1"/>
                </a:solidFill>
                <a:latin typeface="Titillium Web"/>
                <a:ea typeface="Titillium Web"/>
                <a:cs typeface="Titillium Web"/>
                <a:sym typeface="Titillium Web"/>
              </a:defRPr>
            </a:lvl4pPr>
            <a:lvl5pPr lvl="4">
              <a:spcBef>
                <a:spcPts val="0"/>
              </a:spcBef>
              <a:spcAft>
                <a:spcPts val="0"/>
              </a:spcAft>
              <a:buClr>
                <a:schemeClr val="dk1"/>
              </a:buClr>
              <a:buSzPts val="2600"/>
              <a:buFont typeface="Titillium Web"/>
              <a:buNone/>
              <a:defRPr sz="2600" b="1">
                <a:solidFill>
                  <a:schemeClr val="dk1"/>
                </a:solidFill>
                <a:latin typeface="Titillium Web"/>
                <a:ea typeface="Titillium Web"/>
                <a:cs typeface="Titillium Web"/>
                <a:sym typeface="Titillium Web"/>
              </a:defRPr>
            </a:lvl5pPr>
            <a:lvl6pPr lvl="5">
              <a:spcBef>
                <a:spcPts val="0"/>
              </a:spcBef>
              <a:spcAft>
                <a:spcPts val="0"/>
              </a:spcAft>
              <a:buClr>
                <a:schemeClr val="dk1"/>
              </a:buClr>
              <a:buSzPts val="2600"/>
              <a:buFont typeface="Titillium Web"/>
              <a:buNone/>
              <a:defRPr sz="2600" b="1">
                <a:solidFill>
                  <a:schemeClr val="dk1"/>
                </a:solidFill>
                <a:latin typeface="Titillium Web"/>
                <a:ea typeface="Titillium Web"/>
                <a:cs typeface="Titillium Web"/>
                <a:sym typeface="Titillium Web"/>
              </a:defRPr>
            </a:lvl6pPr>
            <a:lvl7pPr lvl="6">
              <a:spcBef>
                <a:spcPts val="0"/>
              </a:spcBef>
              <a:spcAft>
                <a:spcPts val="0"/>
              </a:spcAft>
              <a:buClr>
                <a:schemeClr val="dk1"/>
              </a:buClr>
              <a:buSzPts val="2600"/>
              <a:buFont typeface="Titillium Web"/>
              <a:buNone/>
              <a:defRPr sz="2600" b="1">
                <a:solidFill>
                  <a:schemeClr val="dk1"/>
                </a:solidFill>
                <a:latin typeface="Titillium Web"/>
                <a:ea typeface="Titillium Web"/>
                <a:cs typeface="Titillium Web"/>
                <a:sym typeface="Titillium Web"/>
              </a:defRPr>
            </a:lvl7pPr>
            <a:lvl8pPr lvl="7">
              <a:spcBef>
                <a:spcPts val="0"/>
              </a:spcBef>
              <a:spcAft>
                <a:spcPts val="0"/>
              </a:spcAft>
              <a:buClr>
                <a:schemeClr val="dk1"/>
              </a:buClr>
              <a:buSzPts val="2600"/>
              <a:buFont typeface="Titillium Web"/>
              <a:buNone/>
              <a:defRPr sz="2600" b="1">
                <a:solidFill>
                  <a:schemeClr val="dk1"/>
                </a:solidFill>
                <a:latin typeface="Titillium Web"/>
                <a:ea typeface="Titillium Web"/>
                <a:cs typeface="Titillium Web"/>
                <a:sym typeface="Titillium Web"/>
              </a:defRPr>
            </a:lvl8pPr>
            <a:lvl9pPr lvl="8">
              <a:spcBef>
                <a:spcPts val="0"/>
              </a:spcBef>
              <a:spcAft>
                <a:spcPts val="0"/>
              </a:spcAft>
              <a:buClr>
                <a:schemeClr val="dk1"/>
              </a:buClr>
              <a:buSzPts val="2600"/>
              <a:buFont typeface="Titillium Web"/>
              <a:buNone/>
              <a:defRPr sz="2600" b="1">
                <a:solidFill>
                  <a:schemeClr val="dk1"/>
                </a:solidFill>
                <a:latin typeface="Titillium Web"/>
                <a:ea typeface="Titillium Web"/>
                <a:cs typeface="Titillium Web"/>
                <a:sym typeface="Titillium Web"/>
              </a:defRPr>
            </a:lvl9pPr>
          </a:lstStyle>
          <a:p>
            <a:endParaRPr/>
          </a:p>
        </p:txBody>
      </p:sp>
      <p:sp>
        <p:nvSpPr>
          <p:cNvPr id="7" name="Google Shape;7;p1"/>
          <p:cNvSpPr txBox="1">
            <a:spLocks noGrp="1"/>
          </p:cNvSpPr>
          <p:nvPr>
            <p:ph type="body" idx="1"/>
          </p:nvPr>
        </p:nvSpPr>
        <p:spPr>
          <a:xfrm>
            <a:off x="723798" y="1586325"/>
            <a:ext cx="6092100" cy="3148500"/>
          </a:xfrm>
          <a:prstGeom prst="rect">
            <a:avLst/>
          </a:prstGeom>
          <a:noFill/>
          <a:ln>
            <a:noFill/>
          </a:ln>
        </p:spPr>
        <p:txBody>
          <a:bodyPr spcFirstLastPara="1" wrap="square" lIns="91425" tIns="91425" rIns="91425" bIns="91425" anchor="t" anchorCtr="0">
            <a:noAutofit/>
          </a:bodyPr>
          <a:lstStyle>
            <a:lvl1pPr marL="457200" lvl="0" indent="-342900">
              <a:spcBef>
                <a:spcPts val="600"/>
              </a:spcBef>
              <a:spcAft>
                <a:spcPts val="0"/>
              </a:spcAft>
              <a:buClr>
                <a:schemeClr val="accent1"/>
              </a:buClr>
              <a:buSzPts val="1800"/>
              <a:buFont typeface="Titillium Web"/>
              <a:buChar char="▪"/>
              <a:defRPr sz="1800">
                <a:solidFill>
                  <a:schemeClr val="dk1"/>
                </a:solidFill>
                <a:latin typeface="Titillium Web"/>
                <a:ea typeface="Titillium Web"/>
                <a:cs typeface="Titillium Web"/>
                <a:sym typeface="Titillium Web"/>
              </a:defRPr>
            </a:lvl1pPr>
            <a:lvl2pPr marL="914400" lvl="1" indent="-342900">
              <a:spcBef>
                <a:spcPts val="0"/>
              </a:spcBef>
              <a:spcAft>
                <a:spcPts val="0"/>
              </a:spcAft>
              <a:buClr>
                <a:schemeClr val="accent1"/>
              </a:buClr>
              <a:buSzPts val="1800"/>
              <a:buFont typeface="Titillium Web"/>
              <a:buChar char="▫"/>
              <a:defRPr sz="1800">
                <a:solidFill>
                  <a:schemeClr val="dk1"/>
                </a:solidFill>
                <a:latin typeface="Titillium Web"/>
                <a:ea typeface="Titillium Web"/>
                <a:cs typeface="Titillium Web"/>
                <a:sym typeface="Titillium Web"/>
              </a:defRPr>
            </a:lvl2pPr>
            <a:lvl3pPr marL="1371600" lvl="2" indent="-342900">
              <a:spcBef>
                <a:spcPts val="0"/>
              </a:spcBef>
              <a:spcAft>
                <a:spcPts val="0"/>
              </a:spcAft>
              <a:buClr>
                <a:schemeClr val="accent1"/>
              </a:buClr>
              <a:buSzPts val="1800"/>
              <a:buFont typeface="Titillium Web"/>
              <a:buChar char="▸"/>
              <a:defRPr sz="1800">
                <a:solidFill>
                  <a:schemeClr val="dk1"/>
                </a:solidFill>
                <a:latin typeface="Titillium Web"/>
                <a:ea typeface="Titillium Web"/>
                <a:cs typeface="Titillium Web"/>
                <a:sym typeface="Titillium Web"/>
              </a:defRPr>
            </a:lvl3pPr>
            <a:lvl4pPr marL="1828800" lvl="3" indent="-342900">
              <a:spcBef>
                <a:spcPts val="0"/>
              </a:spcBef>
              <a:spcAft>
                <a:spcPts val="0"/>
              </a:spcAft>
              <a:buClr>
                <a:srgbClr val="FF004E"/>
              </a:buClr>
              <a:buSzPts val="1800"/>
              <a:buFont typeface="Titillium Web"/>
              <a:buChar char="▹"/>
              <a:defRPr sz="1800">
                <a:solidFill>
                  <a:schemeClr val="dk1"/>
                </a:solidFill>
                <a:latin typeface="Titillium Web"/>
                <a:ea typeface="Titillium Web"/>
                <a:cs typeface="Titillium Web"/>
                <a:sym typeface="Titillium Web"/>
              </a:defRPr>
            </a:lvl4pPr>
            <a:lvl5pPr marL="2286000" lvl="4" indent="-342900">
              <a:spcBef>
                <a:spcPts val="0"/>
              </a:spcBef>
              <a:spcAft>
                <a:spcPts val="0"/>
              </a:spcAft>
              <a:buClr>
                <a:srgbClr val="FF004E"/>
              </a:buClr>
              <a:buSzPts val="1800"/>
              <a:buFont typeface="Titillium Web"/>
              <a:buChar char="▹"/>
              <a:defRPr sz="1800">
                <a:solidFill>
                  <a:schemeClr val="dk1"/>
                </a:solidFill>
                <a:latin typeface="Titillium Web"/>
                <a:ea typeface="Titillium Web"/>
                <a:cs typeface="Titillium Web"/>
                <a:sym typeface="Titillium Web"/>
              </a:defRPr>
            </a:lvl5pPr>
            <a:lvl6pPr marL="2743200" lvl="5" indent="-342900">
              <a:spcBef>
                <a:spcPts val="0"/>
              </a:spcBef>
              <a:spcAft>
                <a:spcPts val="0"/>
              </a:spcAft>
              <a:buClr>
                <a:srgbClr val="FF004E"/>
              </a:buClr>
              <a:buSzPts val="1800"/>
              <a:buFont typeface="Titillium Web"/>
              <a:buChar char="▹"/>
              <a:defRPr sz="1800">
                <a:solidFill>
                  <a:schemeClr val="dk1"/>
                </a:solidFill>
                <a:latin typeface="Titillium Web"/>
                <a:ea typeface="Titillium Web"/>
                <a:cs typeface="Titillium Web"/>
                <a:sym typeface="Titillium Web"/>
              </a:defRPr>
            </a:lvl6pPr>
            <a:lvl7pPr marL="3200400" lvl="6" indent="-342900">
              <a:spcBef>
                <a:spcPts val="0"/>
              </a:spcBef>
              <a:spcAft>
                <a:spcPts val="0"/>
              </a:spcAft>
              <a:buClr>
                <a:srgbClr val="FF004E"/>
              </a:buClr>
              <a:buSzPts val="1800"/>
              <a:buFont typeface="Titillium Web"/>
              <a:buChar char="▹"/>
              <a:defRPr sz="1800">
                <a:solidFill>
                  <a:schemeClr val="dk1"/>
                </a:solidFill>
                <a:latin typeface="Titillium Web"/>
                <a:ea typeface="Titillium Web"/>
                <a:cs typeface="Titillium Web"/>
                <a:sym typeface="Titillium Web"/>
              </a:defRPr>
            </a:lvl7pPr>
            <a:lvl8pPr marL="3657600" lvl="7" indent="-342900">
              <a:spcBef>
                <a:spcPts val="0"/>
              </a:spcBef>
              <a:spcAft>
                <a:spcPts val="0"/>
              </a:spcAft>
              <a:buClr>
                <a:srgbClr val="FF004E"/>
              </a:buClr>
              <a:buSzPts val="1800"/>
              <a:buFont typeface="Titillium Web"/>
              <a:buChar char="▹"/>
              <a:defRPr sz="1800">
                <a:solidFill>
                  <a:schemeClr val="dk1"/>
                </a:solidFill>
                <a:latin typeface="Titillium Web"/>
                <a:ea typeface="Titillium Web"/>
                <a:cs typeface="Titillium Web"/>
                <a:sym typeface="Titillium Web"/>
              </a:defRPr>
            </a:lvl8pPr>
            <a:lvl9pPr marL="4114800" lvl="8" indent="-342900">
              <a:spcBef>
                <a:spcPts val="0"/>
              </a:spcBef>
              <a:spcAft>
                <a:spcPts val="0"/>
              </a:spcAft>
              <a:buClr>
                <a:srgbClr val="FF004E"/>
              </a:buClr>
              <a:buSzPts val="1800"/>
              <a:buFont typeface="Titillium Web"/>
              <a:buChar char="▹"/>
              <a:defRPr sz="1800">
                <a:solidFill>
                  <a:schemeClr val="dk1"/>
                </a:solidFill>
                <a:latin typeface="Titillium Web"/>
                <a:ea typeface="Titillium Web"/>
                <a:cs typeface="Titillium Web"/>
                <a:sym typeface="Titillium Web"/>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91425" tIns="91425" rIns="91425" bIns="91425" anchor="t" anchorCtr="0">
            <a:noAutofit/>
          </a:bodyPr>
          <a:lstStyle>
            <a:lvl1pPr lvl="0" algn="r">
              <a:buNone/>
              <a:defRPr sz="1200" b="1">
                <a:solidFill>
                  <a:schemeClr val="accent1"/>
                </a:solidFill>
                <a:latin typeface="Titillium Web"/>
                <a:ea typeface="Titillium Web"/>
                <a:cs typeface="Titillium Web"/>
                <a:sym typeface="Titillium Web"/>
              </a:defRPr>
            </a:lvl1pPr>
            <a:lvl2pPr lvl="1" algn="r">
              <a:buNone/>
              <a:defRPr sz="1200" b="1">
                <a:solidFill>
                  <a:schemeClr val="accent1"/>
                </a:solidFill>
                <a:latin typeface="Titillium Web"/>
                <a:ea typeface="Titillium Web"/>
                <a:cs typeface="Titillium Web"/>
                <a:sym typeface="Titillium Web"/>
              </a:defRPr>
            </a:lvl2pPr>
            <a:lvl3pPr lvl="2" algn="r">
              <a:buNone/>
              <a:defRPr sz="1200" b="1">
                <a:solidFill>
                  <a:schemeClr val="accent1"/>
                </a:solidFill>
                <a:latin typeface="Titillium Web"/>
                <a:ea typeface="Titillium Web"/>
                <a:cs typeface="Titillium Web"/>
                <a:sym typeface="Titillium Web"/>
              </a:defRPr>
            </a:lvl3pPr>
            <a:lvl4pPr lvl="3" algn="r">
              <a:buNone/>
              <a:defRPr sz="1200" b="1">
                <a:solidFill>
                  <a:schemeClr val="accent1"/>
                </a:solidFill>
                <a:latin typeface="Titillium Web"/>
                <a:ea typeface="Titillium Web"/>
                <a:cs typeface="Titillium Web"/>
                <a:sym typeface="Titillium Web"/>
              </a:defRPr>
            </a:lvl4pPr>
            <a:lvl5pPr lvl="4" algn="r">
              <a:buNone/>
              <a:defRPr sz="1200" b="1">
                <a:solidFill>
                  <a:schemeClr val="accent1"/>
                </a:solidFill>
                <a:latin typeface="Titillium Web"/>
                <a:ea typeface="Titillium Web"/>
                <a:cs typeface="Titillium Web"/>
                <a:sym typeface="Titillium Web"/>
              </a:defRPr>
            </a:lvl5pPr>
            <a:lvl6pPr lvl="5" algn="r">
              <a:buNone/>
              <a:defRPr sz="1200" b="1">
                <a:solidFill>
                  <a:schemeClr val="accent1"/>
                </a:solidFill>
                <a:latin typeface="Titillium Web"/>
                <a:ea typeface="Titillium Web"/>
                <a:cs typeface="Titillium Web"/>
                <a:sym typeface="Titillium Web"/>
              </a:defRPr>
            </a:lvl6pPr>
            <a:lvl7pPr lvl="6" algn="r">
              <a:buNone/>
              <a:defRPr sz="1200" b="1">
                <a:solidFill>
                  <a:schemeClr val="accent1"/>
                </a:solidFill>
                <a:latin typeface="Titillium Web"/>
                <a:ea typeface="Titillium Web"/>
                <a:cs typeface="Titillium Web"/>
                <a:sym typeface="Titillium Web"/>
              </a:defRPr>
            </a:lvl7pPr>
            <a:lvl8pPr lvl="7" algn="r">
              <a:buNone/>
              <a:defRPr sz="1200" b="1">
                <a:solidFill>
                  <a:schemeClr val="accent1"/>
                </a:solidFill>
                <a:latin typeface="Titillium Web"/>
                <a:ea typeface="Titillium Web"/>
                <a:cs typeface="Titillium Web"/>
                <a:sym typeface="Titillium Web"/>
              </a:defRPr>
            </a:lvl8pPr>
            <a:lvl9pPr lvl="8" algn="r">
              <a:buNone/>
              <a:defRPr sz="1200" b="1">
                <a:solidFill>
                  <a:schemeClr val="accent1"/>
                </a:solidFill>
                <a:latin typeface="Titillium Web"/>
                <a:ea typeface="Titillium Web"/>
                <a:cs typeface="Titillium Web"/>
                <a:sym typeface="Titillium Web"/>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6" r:id="rId4"/>
    <p:sldLayoutId id="2147483657" r:id="rId5"/>
    <p:sldLayoutId id="214748366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8"/>
        <p:cNvGrpSpPr/>
        <p:nvPr/>
      </p:nvGrpSpPr>
      <p:grpSpPr>
        <a:xfrm>
          <a:off x="0" y="0"/>
          <a:ext cx="0" cy="0"/>
          <a:chOff x="0" y="0"/>
          <a:chExt cx="0" cy="0"/>
        </a:xfrm>
      </p:grpSpPr>
      <p:sp>
        <p:nvSpPr>
          <p:cNvPr id="79" name="Google Shape;79;p15"/>
          <p:cNvSpPr txBox="1">
            <a:spLocks noGrp="1"/>
          </p:cNvSpPr>
          <p:nvPr>
            <p:ph type="ctrTitle"/>
          </p:nvPr>
        </p:nvSpPr>
        <p:spPr>
          <a:xfrm>
            <a:off x="685800" y="1915625"/>
            <a:ext cx="6251400" cy="1159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0" dirty="0" smtClean="0">
                <a:solidFill>
                  <a:schemeClr val="accent3">
                    <a:lumMod val="75000"/>
                  </a:schemeClr>
                </a:solidFill>
              </a:rPr>
              <a:t>Q</a:t>
            </a:r>
            <a:r>
              <a:rPr lang="en" sz="8000" dirty="0" smtClean="0"/>
              <a:t>UIZZER</a:t>
            </a:r>
            <a:r>
              <a:rPr lang="en" sz="7200" dirty="0" smtClean="0"/>
              <a:t> </a:t>
            </a:r>
            <a:endParaRPr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4600" y="666750"/>
            <a:ext cx="2194560" cy="219456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
        <p:nvSpPr>
          <p:cNvPr id="5" name="Rectangle 4"/>
          <p:cNvSpPr/>
          <p:nvPr/>
        </p:nvSpPr>
        <p:spPr>
          <a:xfrm>
            <a:off x="0" y="150733"/>
            <a:ext cx="9144000" cy="1354217"/>
          </a:xfrm>
          <a:prstGeom prst="rect">
            <a:avLst/>
          </a:prstGeom>
        </p:spPr>
        <p:txBody>
          <a:bodyPr wrap="square">
            <a:spAutoFit/>
          </a:bodyPr>
          <a:lstStyle/>
          <a:p>
            <a:pPr algn="ctr"/>
            <a:r>
              <a:rPr lang="en-US" sz="1600" spc="-1" dirty="0">
                <a:solidFill>
                  <a:schemeClr val="bg1"/>
                </a:solidFill>
                <a:latin typeface="Times New Roman"/>
                <a:ea typeface="Poppins"/>
              </a:rPr>
              <a:t>A </a:t>
            </a:r>
            <a:r>
              <a:rPr lang="en-US" sz="1600" dirty="0">
                <a:solidFill>
                  <a:schemeClr val="bg1"/>
                </a:solidFill>
              </a:rPr>
              <a:t/>
            </a:r>
            <a:br>
              <a:rPr lang="en-US" sz="1600" dirty="0">
                <a:solidFill>
                  <a:schemeClr val="bg1"/>
                </a:solidFill>
              </a:rPr>
            </a:br>
            <a:r>
              <a:rPr lang="en-US" sz="1600" spc="-1" dirty="0">
                <a:solidFill>
                  <a:schemeClr val="bg1"/>
                </a:solidFill>
                <a:latin typeface="Times New Roman"/>
                <a:ea typeface="Poppins"/>
              </a:rPr>
              <a:t>project on</a:t>
            </a:r>
            <a:r>
              <a:rPr lang="en-US" sz="1600" dirty="0">
                <a:solidFill>
                  <a:schemeClr val="bg1"/>
                </a:solidFill>
              </a:rPr>
              <a:t/>
            </a:r>
            <a:br>
              <a:rPr lang="en-US" sz="1600" dirty="0">
                <a:solidFill>
                  <a:schemeClr val="bg1"/>
                </a:solidFill>
              </a:rPr>
            </a:br>
            <a:r>
              <a:rPr lang="en-US" sz="1800" spc="-1" dirty="0">
                <a:solidFill>
                  <a:schemeClr val="bg1"/>
                </a:solidFill>
                <a:latin typeface="Times New Roman"/>
                <a:ea typeface="Poppins"/>
              </a:rPr>
              <a:t>“</a:t>
            </a:r>
            <a:r>
              <a:rPr lang="en-US" sz="1800" b="1" spc="-1" dirty="0">
                <a:solidFill>
                  <a:schemeClr val="bg1"/>
                </a:solidFill>
                <a:latin typeface="Times New Roman"/>
                <a:ea typeface="Poppins"/>
              </a:rPr>
              <a:t>QUIZZER</a:t>
            </a:r>
            <a:r>
              <a:rPr lang="en-US" sz="1800" spc="-1" dirty="0">
                <a:solidFill>
                  <a:schemeClr val="bg1"/>
                </a:solidFill>
                <a:latin typeface="Times New Roman"/>
                <a:ea typeface="Poppins"/>
              </a:rPr>
              <a:t>”</a:t>
            </a:r>
            <a:r>
              <a:rPr lang="en-US" sz="1600" dirty="0">
                <a:solidFill>
                  <a:schemeClr val="bg1"/>
                </a:solidFill>
              </a:rPr>
              <a:t/>
            </a:r>
            <a:br>
              <a:rPr lang="en-US" sz="1600" dirty="0">
                <a:solidFill>
                  <a:schemeClr val="bg1"/>
                </a:solidFill>
              </a:rPr>
            </a:br>
            <a:r>
              <a:rPr lang="en-US" sz="1600" spc="-1" dirty="0">
                <a:solidFill>
                  <a:schemeClr val="bg1"/>
                </a:solidFill>
                <a:latin typeface="Times New Roman"/>
                <a:ea typeface="Poppins"/>
              </a:rPr>
              <a:t>Submitted  </a:t>
            </a:r>
            <a:r>
              <a:rPr lang="en-US" sz="1600" spc="-1" dirty="0" smtClean="0">
                <a:solidFill>
                  <a:schemeClr val="bg1"/>
                </a:solidFill>
                <a:latin typeface="Times New Roman"/>
                <a:ea typeface="Poppins"/>
              </a:rPr>
              <a:t>to Sinhgad Institute Of Management, Pune</a:t>
            </a:r>
          </a:p>
          <a:p>
            <a:pPr algn="ctr"/>
            <a:r>
              <a:rPr lang="en-US" sz="1600" spc="-1" dirty="0" smtClean="0">
                <a:solidFill>
                  <a:schemeClr val="bg1"/>
                </a:solidFill>
                <a:latin typeface="Times New Roman"/>
              </a:rPr>
              <a:t>Master Of Computer Application (MCA)</a:t>
            </a:r>
            <a:endParaRPr lang="en-US" sz="1600" spc="-1" dirty="0">
              <a:solidFill>
                <a:schemeClr val="bg1"/>
              </a:solidFill>
            </a:endParaRPr>
          </a:p>
        </p:txBody>
      </p:sp>
      <p:sp>
        <p:nvSpPr>
          <p:cNvPr id="6" name="Rectangle 5"/>
          <p:cNvSpPr/>
          <p:nvPr/>
        </p:nvSpPr>
        <p:spPr>
          <a:xfrm>
            <a:off x="2286000" y="1557576"/>
            <a:ext cx="4572000" cy="569387"/>
          </a:xfrm>
          <a:prstGeom prst="rect">
            <a:avLst/>
          </a:prstGeom>
        </p:spPr>
        <p:txBody>
          <a:bodyPr>
            <a:spAutoFit/>
          </a:bodyPr>
          <a:lstStyle/>
          <a:p>
            <a:pPr marL="76320" algn="ctr">
              <a:spcBef>
                <a:spcPts val="601"/>
              </a:spcBef>
              <a:tabLst>
                <a:tab pos="0" algn="l"/>
              </a:tabLst>
            </a:pPr>
            <a:r>
              <a:rPr lang="en-US" sz="1200" spc="-1" dirty="0">
                <a:solidFill>
                  <a:schemeClr val="bg1"/>
                </a:solidFill>
                <a:latin typeface="Poppins Light"/>
                <a:ea typeface="Poppins Light"/>
              </a:rPr>
              <a:t>Submitted </a:t>
            </a:r>
            <a:r>
              <a:rPr lang="en-US" sz="1200" spc="-1" dirty="0" smtClean="0">
                <a:solidFill>
                  <a:schemeClr val="bg1"/>
                </a:solidFill>
                <a:latin typeface="Poppins Light"/>
                <a:ea typeface="Poppins Light"/>
              </a:rPr>
              <a:t>by</a:t>
            </a:r>
          </a:p>
          <a:p>
            <a:pPr marL="76320" algn="ctr">
              <a:spcBef>
                <a:spcPts val="601"/>
              </a:spcBef>
              <a:tabLst>
                <a:tab pos="0" algn="l"/>
              </a:tabLst>
            </a:pPr>
            <a:r>
              <a:rPr lang="en-US" spc="-1" dirty="0" smtClean="0">
                <a:solidFill>
                  <a:schemeClr val="bg1"/>
                </a:solidFill>
                <a:latin typeface="Poppins Light"/>
                <a:ea typeface="Poppins Light"/>
              </a:rPr>
              <a:t>Miss. Pooja Mahendra Kothawade (22332)</a:t>
            </a:r>
            <a:endParaRPr lang="en-IN" sz="1200" spc="-1" dirty="0">
              <a:solidFill>
                <a:schemeClr val="bg1"/>
              </a:solidFill>
            </a:endParaRPr>
          </a:p>
        </p:txBody>
      </p:sp>
      <p:sp>
        <p:nvSpPr>
          <p:cNvPr id="7" name="AutoShape 2" descr="Online Admission Syste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Rectangle 9"/>
          <p:cNvSpPr/>
          <p:nvPr/>
        </p:nvSpPr>
        <p:spPr>
          <a:xfrm>
            <a:off x="2286000" y="4119086"/>
            <a:ext cx="4572000" cy="830997"/>
          </a:xfrm>
          <a:prstGeom prst="rect">
            <a:avLst/>
          </a:prstGeom>
        </p:spPr>
        <p:txBody>
          <a:bodyPr>
            <a:spAutoFit/>
          </a:bodyPr>
          <a:lstStyle/>
          <a:p>
            <a:pPr algn="ctr"/>
            <a:r>
              <a:rPr lang="en-US" sz="1600" spc="-1" dirty="0">
                <a:solidFill>
                  <a:schemeClr val="accent1"/>
                </a:solidFill>
                <a:latin typeface="Times New Roman"/>
                <a:ea typeface="Amatic SC"/>
              </a:rPr>
              <a:t>Project Guide </a:t>
            </a:r>
            <a:endParaRPr lang="en-IN" sz="1600" spc="-1" dirty="0">
              <a:solidFill>
                <a:schemeClr val="accent1"/>
              </a:solidFill>
            </a:endParaRPr>
          </a:p>
          <a:p>
            <a:pPr algn="ctr"/>
            <a:r>
              <a:rPr lang="en-US" sz="1600" spc="-1" dirty="0">
                <a:solidFill>
                  <a:schemeClr val="accent1"/>
                </a:solidFill>
                <a:latin typeface="Times New Roman"/>
                <a:ea typeface="Amatic SC"/>
              </a:rPr>
              <a:t>Prof Mrs. </a:t>
            </a:r>
            <a:r>
              <a:rPr lang="en-US" sz="1600" spc="-1" dirty="0" smtClean="0">
                <a:solidFill>
                  <a:schemeClr val="accent1"/>
                </a:solidFill>
                <a:latin typeface="Times New Roman"/>
                <a:ea typeface="Amatic SC"/>
              </a:rPr>
              <a:t>Rupali Taware</a:t>
            </a:r>
            <a:endParaRPr lang="en-IN" sz="1600" spc="-1" dirty="0">
              <a:solidFill>
                <a:schemeClr val="accent1"/>
              </a:solidFill>
            </a:endParaRPr>
          </a:p>
          <a:p>
            <a:pPr algn="ctr"/>
            <a:r>
              <a:rPr lang="en-US" sz="1600" spc="-1" dirty="0">
                <a:solidFill>
                  <a:schemeClr val="accent1"/>
                </a:solidFill>
                <a:latin typeface="Times New Roman"/>
                <a:ea typeface="Amatic SC"/>
              </a:rPr>
              <a:t>Department </a:t>
            </a:r>
            <a:r>
              <a:rPr lang="en-US" sz="1600" spc="-1" dirty="0" smtClean="0">
                <a:solidFill>
                  <a:schemeClr val="accent1"/>
                </a:solidFill>
                <a:latin typeface="Times New Roman"/>
                <a:ea typeface="Amatic SC"/>
              </a:rPr>
              <a:t>of MCA</a:t>
            </a:r>
            <a:endParaRPr lang="en-US" sz="1600" dirty="0">
              <a:solidFill>
                <a:schemeClr val="accent1"/>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2148" y="2724150"/>
            <a:ext cx="1714500" cy="1394936"/>
          </a:xfrm>
          <a:prstGeom prst="rect">
            <a:avLst/>
          </a:prstGeom>
        </p:spPr>
      </p:pic>
    </p:spTree>
    <p:extLst>
      <p:ext uri="{BB962C8B-B14F-4D97-AF65-F5344CB8AC3E}">
        <p14:creationId xmlns:p14="http://schemas.microsoft.com/office/powerpoint/2010/main" val="28190310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dirty="0" smtClean="0"/>
              <a:t>INTRODUCTION</a:t>
            </a:r>
            <a:endParaRPr lang="en-US"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pic>
        <p:nvPicPr>
          <p:cNvPr id="4" name="13131-introducing-adapt.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181600" y="1123950"/>
            <a:ext cx="3352800" cy="3352800"/>
          </a:xfrm>
          <a:prstGeom prst="rect">
            <a:avLst/>
          </a:prstGeom>
        </p:spPr>
      </p:pic>
    </p:spTree>
    <p:extLst>
      <p:ext uri="{BB962C8B-B14F-4D97-AF65-F5344CB8AC3E}">
        <p14:creationId xmlns:p14="http://schemas.microsoft.com/office/powerpoint/2010/main" val="73154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Introduction </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
        <p:nvSpPr>
          <p:cNvPr id="5" name="CustomShape 5"/>
          <p:cNvSpPr/>
          <p:nvPr/>
        </p:nvSpPr>
        <p:spPr>
          <a:xfrm>
            <a:off x="990600" y="590550"/>
            <a:ext cx="7010400" cy="3351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just">
              <a:lnSpc>
                <a:spcPct val="100000"/>
              </a:lnSpc>
            </a:pPr>
            <a:r>
              <a:rPr lang="en-IN" sz="1800" b="0" strike="noStrike" spc="-1" dirty="0" smtClean="0">
                <a:solidFill>
                  <a:schemeClr val="bg1"/>
                </a:solidFill>
                <a:latin typeface="Arial"/>
                <a:ea typeface="DejaVu Sans"/>
              </a:rPr>
              <a:t>The </a:t>
            </a:r>
            <a:r>
              <a:rPr lang="en-IN" sz="1800" b="0" strike="noStrike" spc="-1" dirty="0">
                <a:solidFill>
                  <a:schemeClr val="bg1"/>
                </a:solidFill>
                <a:latin typeface="Arial"/>
                <a:ea typeface="DejaVu Sans"/>
              </a:rPr>
              <a:t>“Quizzer Application” has been developed to override the problems prevailing in the practicing manual system. This software is support to eliminate and in some cases reduce the hardships face by this existing system. Moreover this system is designed for the particular need of the company to carry out operations in a smooth and effective manner.</a:t>
            </a:r>
            <a:endParaRPr lang="en-IN" sz="1800" b="0" strike="noStrike" spc="-1" dirty="0">
              <a:solidFill>
                <a:schemeClr val="bg1"/>
              </a:solidFill>
              <a:latin typeface="Arial"/>
            </a:endParaRPr>
          </a:p>
        </p:txBody>
      </p:sp>
    </p:spTree>
    <p:extLst>
      <p:ext uri="{BB962C8B-B14F-4D97-AF65-F5344CB8AC3E}">
        <p14:creationId xmlns:p14="http://schemas.microsoft.com/office/powerpoint/2010/main" val="34752944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r>
              <a:rPr lang="en-US" dirty="0" smtClean="0"/>
              <a:t>SYSTEM </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pic>
        <p:nvPicPr>
          <p:cNvPr id="5" name="35920-search-system.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572000" y="742950"/>
            <a:ext cx="3657600" cy="3657600"/>
          </a:xfrm>
          <a:prstGeom prst="rect">
            <a:avLst/>
          </a:prstGeom>
        </p:spPr>
      </p:pic>
    </p:spTree>
    <p:extLst>
      <p:ext uri="{BB962C8B-B14F-4D97-AF65-F5344CB8AC3E}">
        <p14:creationId xmlns:p14="http://schemas.microsoft.com/office/powerpoint/2010/main" val="405305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6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Existing System </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
        <p:nvSpPr>
          <p:cNvPr id="5" name="CustomShape 5"/>
          <p:cNvSpPr/>
          <p:nvPr/>
        </p:nvSpPr>
        <p:spPr>
          <a:xfrm>
            <a:off x="1066800" y="895770"/>
            <a:ext cx="7010400" cy="3351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just"/>
            <a:r>
              <a:rPr lang="en" sz="1800" spc="-1" dirty="0">
                <a:solidFill>
                  <a:schemeClr val="bg1"/>
                </a:solidFill>
                <a:latin typeface="IBM Plex Sans"/>
                <a:ea typeface="IBM Plex Sans"/>
              </a:rPr>
              <a:t>Existing system is a manual one in which users are maintaining books to store the information like Student Details, Instructor Details, Schedule Details and feedbacks about students who attempted exam as per schedule.. It is very difficult to maintain historical data.</a:t>
            </a:r>
            <a:endParaRPr lang="en-IN" sz="1800" spc="-1" dirty="0">
              <a:solidFill>
                <a:schemeClr val="bg1"/>
              </a:solidFill>
            </a:endParaRPr>
          </a:p>
          <a:p>
            <a:pPr algn="just">
              <a:lnSpc>
                <a:spcPct val="100000"/>
              </a:lnSpc>
            </a:pPr>
            <a:endParaRPr lang="en-IN" sz="1800" b="0" strike="noStrike" spc="-1" dirty="0">
              <a:solidFill>
                <a:schemeClr val="bg1"/>
              </a:solidFill>
              <a:latin typeface="Arial"/>
            </a:endParaRPr>
          </a:p>
        </p:txBody>
      </p:sp>
    </p:spTree>
    <p:extLst>
      <p:ext uri="{BB962C8B-B14F-4D97-AF65-F5344CB8AC3E}">
        <p14:creationId xmlns:p14="http://schemas.microsoft.com/office/powerpoint/2010/main" val="16465877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4424" y="422500"/>
            <a:ext cx="5022976" cy="857400"/>
          </a:xfrm>
        </p:spPr>
        <p:txBody>
          <a:bodyPr/>
          <a:lstStyle/>
          <a:p>
            <a:r>
              <a:rPr lang="en-US" dirty="0" smtClean="0"/>
              <a:t>Disadvantages of existing system  </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4" name="CustomShape 1"/>
          <p:cNvSpPr/>
          <p:nvPr/>
        </p:nvSpPr>
        <p:spPr>
          <a:xfrm>
            <a:off x="959815" y="1276350"/>
            <a:ext cx="5898185" cy="2867967"/>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gn="just">
              <a:lnSpc>
                <a:spcPct val="100000"/>
              </a:lnSpc>
              <a:tabLst>
                <a:tab pos="0" algn="l"/>
              </a:tabLst>
            </a:pPr>
            <a:r>
              <a:rPr lang="en" sz="2000" b="0" strike="noStrike" spc="-1" dirty="0">
                <a:solidFill>
                  <a:schemeClr val="bg1"/>
                </a:solidFill>
                <a:latin typeface="IBM Plex Sans"/>
                <a:ea typeface="IBM Plex Sans"/>
              </a:rPr>
              <a:t>The following drawbacks of existing system emphasize the need </a:t>
            </a:r>
            <a:r>
              <a:rPr lang="en" sz="2000" b="0" strike="noStrike" spc="-1" dirty="0" smtClean="0">
                <a:solidFill>
                  <a:schemeClr val="bg1"/>
                </a:solidFill>
                <a:latin typeface="IBM Plex Sans"/>
                <a:ea typeface="IBM Plex Sans"/>
              </a:rPr>
              <a:t>for Computerization</a:t>
            </a:r>
            <a:r>
              <a:rPr lang="en" sz="2000" b="0" strike="noStrike" spc="-1" dirty="0">
                <a:solidFill>
                  <a:schemeClr val="bg1"/>
                </a:solidFill>
                <a:latin typeface="IBM Plex Sans"/>
                <a:ea typeface="IBM Plex Sans"/>
              </a:rPr>
              <a:t>:</a:t>
            </a:r>
            <a:endParaRPr lang="en-IN" sz="2000" b="0" strike="noStrike" spc="-1" dirty="0">
              <a:solidFill>
                <a:schemeClr val="bg1"/>
              </a:solidFill>
              <a:latin typeface="Arial"/>
            </a:endParaRPr>
          </a:p>
          <a:p>
            <a:pPr algn="just">
              <a:lnSpc>
                <a:spcPct val="100000"/>
              </a:lnSpc>
              <a:tabLst>
                <a:tab pos="0" algn="l"/>
              </a:tabLst>
            </a:pPr>
            <a:endParaRPr lang="en-IN" sz="2000" b="0" strike="noStrike" spc="-1" dirty="0">
              <a:solidFill>
                <a:schemeClr val="bg1"/>
              </a:solidFill>
              <a:latin typeface="Arial"/>
            </a:endParaRPr>
          </a:p>
          <a:p>
            <a:pPr algn="just">
              <a:lnSpc>
                <a:spcPct val="100000"/>
              </a:lnSpc>
              <a:tabLst>
                <a:tab pos="0" algn="l"/>
              </a:tabLst>
            </a:pPr>
            <a:r>
              <a:rPr lang="en" sz="2000" b="0" strike="noStrike" spc="-1" dirty="0">
                <a:solidFill>
                  <a:schemeClr val="bg1"/>
                </a:solidFill>
                <a:latin typeface="IBM Plex Sans"/>
                <a:ea typeface="IBM Plex Sans"/>
              </a:rPr>
              <a:t>1. A lot of copies of question papers have to be made</a:t>
            </a:r>
            <a:endParaRPr lang="en-IN" sz="2000" b="0" strike="noStrike" spc="-1" dirty="0">
              <a:solidFill>
                <a:schemeClr val="bg1"/>
              </a:solidFill>
              <a:latin typeface="Arial"/>
            </a:endParaRPr>
          </a:p>
          <a:p>
            <a:pPr algn="just">
              <a:lnSpc>
                <a:spcPct val="100000"/>
              </a:lnSpc>
              <a:tabLst>
                <a:tab pos="0" algn="l"/>
              </a:tabLst>
            </a:pPr>
            <a:endParaRPr lang="en-IN" sz="2000" b="0" strike="noStrike" spc="-1" dirty="0">
              <a:solidFill>
                <a:schemeClr val="bg1"/>
              </a:solidFill>
              <a:latin typeface="Arial"/>
            </a:endParaRPr>
          </a:p>
          <a:p>
            <a:pPr algn="just">
              <a:lnSpc>
                <a:spcPct val="100000"/>
              </a:lnSpc>
              <a:tabLst>
                <a:tab pos="0" algn="l"/>
              </a:tabLst>
            </a:pPr>
            <a:r>
              <a:rPr lang="en" sz="2000" b="0" strike="noStrike" spc="-1" dirty="0">
                <a:solidFill>
                  <a:schemeClr val="bg1"/>
                </a:solidFill>
                <a:latin typeface="IBM Plex Sans"/>
                <a:ea typeface="IBM Plex Sans"/>
              </a:rPr>
              <a:t>2. A lot of correction work hence delay in giving the results</a:t>
            </a:r>
            <a:endParaRPr lang="en-IN" sz="2000" b="0" strike="noStrike" spc="-1" dirty="0">
              <a:solidFill>
                <a:schemeClr val="bg1"/>
              </a:solidFill>
              <a:latin typeface="Arial"/>
            </a:endParaRPr>
          </a:p>
          <a:p>
            <a:pPr algn="just">
              <a:lnSpc>
                <a:spcPct val="100000"/>
              </a:lnSpc>
              <a:tabLst>
                <a:tab pos="0" algn="l"/>
              </a:tabLst>
            </a:pPr>
            <a:endParaRPr lang="en-IN" sz="2000" b="0" strike="noStrike" spc="-1" dirty="0">
              <a:latin typeface="Arial"/>
            </a:endParaRPr>
          </a:p>
          <a:p>
            <a:pPr algn="just">
              <a:lnSpc>
                <a:spcPct val="100000"/>
              </a:lnSpc>
              <a:tabLst>
                <a:tab pos="0" algn="l"/>
              </a:tabLst>
            </a:pPr>
            <a:r>
              <a:rPr lang="en" sz="2000" b="0" strike="noStrike" spc="-1" dirty="0">
                <a:solidFill>
                  <a:schemeClr val="accent1"/>
                </a:solidFill>
                <a:latin typeface="IBM Plex Sans"/>
                <a:ea typeface="IBM Plex Sans"/>
              </a:rPr>
              <a:t>3. A lot of tabulation work for each subject </a:t>
            </a:r>
            <a:r>
              <a:rPr lang="en" sz="2000" b="0" strike="noStrike" spc="-1" dirty="0" smtClean="0">
                <a:solidFill>
                  <a:schemeClr val="accent1"/>
                </a:solidFill>
                <a:latin typeface="IBM Plex Sans"/>
                <a:ea typeface="IBM Plex Sans"/>
              </a:rPr>
              <a:t>results</a:t>
            </a:r>
            <a:endParaRPr lang="en-IN" sz="2000" b="0" strike="noStrike" spc="-1" dirty="0">
              <a:solidFill>
                <a:schemeClr val="accent1"/>
              </a:solidFill>
              <a:latin typeface="Arial"/>
            </a:endParaRPr>
          </a:p>
        </p:txBody>
      </p:sp>
    </p:spTree>
    <p:extLst>
      <p:ext uri="{BB962C8B-B14F-4D97-AF65-F5344CB8AC3E}">
        <p14:creationId xmlns:p14="http://schemas.microsoft.com/office/powerpoint/2010/main" val="13916146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4424" y="422500"/>
            <a:ext cx="4108575" cy="857400"/>
          </a:xfrm>
        </p:spPr>
        <p:txBody>
          <a:bodyPr/>
          <a:lstStyle/>
          <a:p>
            <a:r>
              <a:rPr lang="en" sz="2400" spc="-1" dirty="0">
                <a:solidFill>
                  <a:schemeClr val="bg1"/>
                </a:solidFill>
                <a:latin typeface="IBM Plex Serif"/>
                <a:ea typeface="IBM Plex Serif"/>
              </a:rPr>
              <a:t>PROPOSED SYSTEM</a:t>
            </a:r>
            <a:r>
              <a:rPr lang="en-IN" sz="2400" b="0" spc="-1" dirty="0">
                <a:latin typeface="Arial"/>
              </a:rPr>
              <a:t/>
            </a:r>
            <a:br>
              <a:rPr lang="en-IN" sz="2400" b="0" spc="-1" dirty="0">
                <a:latin typeface="Arial"/>
              </a:rPr>
            </a:b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4" name="CustomShape 4"/>
          <p:cNvSpPr/>
          <p:nvPr/>
        </p:nvSpPr>
        <p:spPr>
          <a:xfrm>
            <a:off x="609600" y="483270"/>
            <a:ext cx="7848600" cy="39934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just">
              <a:lnSpc>
                <a:spcPct val="100000"/>
              </a:lnSpc>
            </a:pPr>
            <a:r>
              <a:rPr lang="en-IN" sz="1970" b="0" strike="noStrike" spc="-1" dirty="0">
                <a:solidFill>
                  <a:schemeClr val="bg1"/>
                </a:solidFill>
                <a:latin typeface="IBM Plex Sans"/>
                <a:ea typeface="DejaVu Sans"/>
              </a:rPr>
              <a:t>This application is used to conduct examination on android mobile app. The Students can sit at individual terminals to write the exam in the given duration. The Questions have to be given to the students. This app will perform correction, display the result and also store it in database.</a:t>
            </a:r>
            <a:endParaRPr lang="en-IN" sz="1970" b="0" strike="noStrike" spc="-1" dirty="0">
              <a:solidFill>
                <a:schemeClr val="bg1"/>
              </a:solidFill>
              <a:latin typeface="Arial"/>
            </a:endParaRPr>
          </a:p>
          <a:p>
            <a:pPr algn="just">
              <a:lnSpc>
                <a:spcPct val="100000"/>
              </a:lnSpc>
            </a:pPr>
            <a:r>
              <a:rPr lang="en-IN" sz="1970" b="0" strike="noStrike" spc="-1" dirty="0">
                <a:solidFill>
                  <a:schemeClr val="bg1"/>
                </a:solidFill>
                <a:latin typeface="IBM Plex Sans"/>
                <a:ea typeface="DejaVu Sans"/>
              </a:rPr>
              <a:t>It may help collecting perfect management in details. In a very  short time, the collection will be obvious, simple and sensible. It will help a person to know the management of passed year perfectly and vividly. </a:t>
            </a:r>
            <a:endParaRPr lang="en-IN" sz="1970" b="0" strike="noStrike" spc="-1" dirty="0">
              <a:solidFill>
                <a:schemeClr val="bg1"/>
              </a:solidFill>
              <a:latin typeface="Arial"/>
            </a:endParaRPr>
          </a:p>
        </p:txBody>
      </p:sp>
    </p:spTree>
    <p:extLst>
      <p:ext uri="{BB962C8B-B14F-4D97-AF65-F5344CB8AC3E}">
        <p14:creationId xmlns:p14="http://schemas.microsoft.com/office/powerpoint/2010/main" val="10055996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4" name="CustomShape 1"/>
          <p:cNvSpPr>
            <a:spLocks noGrp="1"/>
          </p:cNvSpPr>
          <p:nvPr>
            <p:ph type="title"/>
          </p:nvPr>
        </p:nvSpPr>
        <p:spPr>
          <a:xfrm>
            <a:off x="844424" y="422500"/>
            <a:ext cx="4184775" cy="857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IN" sz="2800" b="1" strike="noStrike" spc="-1" dirty="0">
                <a:solidFill>
                  <a:schemeClr val="bg1"/>
                </a:solidFill>
                <a:latin typeface="Arial"/>
                <a:ea typeface="DejaVu Sans"/>
              </a:rPr>
              <a:t>SCOPE OF </a:t>
            </a:r>
            <a:r>
              <a:rPr lang="en-IN" sz="2800" b="1" strike="noStrike" spc="-1" dirty="0">
                <a:solidFill>
                  <a:schemeClr val="bg1"/>
                </a:solidFill>
                <a:latin typeface="IBM Plex Serif"/>
                <a:ea typeface="DejaVu Sans"/>
              </a:rPr>
              <a:t>SYSTEM</a:t>
            </a:r>
            <a:endParaRPr lang="en-IN" sz="2800" b="0" strike="noStrike" spc="-1" dirty="0">
              <a:solidFill>
                <a:schemeClr val="bg1"/>
              </a:solidFill>
              <a:latin typeface="Arial"/>
            </a:endParaRPr>
          </a:p>
        </p:txBody>
      </p:sp>
      <p:sp>
        <p:nvSpPr>
          <p:cNvPr id="5" name="CustomShape 2"/>
          <p:cNvSpPr/>
          <p:nvPr/>
        </p:nvSpPr>
        <p:spPr>
          <a:xfrm>
            <a:off x="1240020" y="1562760"/>
            <a:ext cx="6663960" cy="375696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a:bodyPr>
          <a:lstStyle/>
          <a:p>
            <a:pPr algn="just">
              <a:lnSpc>
                <a:spcPct val="100000"/>
              </a:lnSpc>
            </a:pPr>
            <a:r>
              <a:rPr lang="en-US" sz="1970" b="0" strike="noStrike" spc="-1" dirty="0">
                <a:solidFill>
                  <a:schemeClr val="bg1"/>
                </a:solidFill>
                <a:latin typeface="IBM Plex Sans"/>
                <a:ea typeface="Arial"/>
              </a:rPr>
              <a:t>“</a:t>
            </a:r>
            <a:r>
              <a:rPr lang="en-US" sz="1970" b="1" strike="noStrike" spc="-1" dirty="0">
                <a:solidFill>
                  <a:schemeClr val="accent3"/>
                </a:solidFill>
                <a:latin typeface="IBM Plex Sans"/>
                <a:ea typeface="Arial"/>
              </a:rPr>
              <a:t>QUIZZER</a:t>
            </a:r>
            <a:r>
              <a:rPr lang="en-US" sz="1970" b="0" strike="noStrike" spc="-1" dirty="0">
                <a:solidFill>
                  <a:schemeClr val="bg1"/>
                </a:solidFill>
                <a:latin typeface="IBM Plex Sans"/>
                <a:ea typeface="Arial"/>
              </a:rPr>
              <a:t>” can be used in private institutes as well as  educational institution. As it is user android base application it can be </a:t>
            </a:r>
            <a:r>
              <a:rPr lang="en-US" sz="1970" b="0" strike="noStrike" spc="-1" dirty="0" smtClean="0">
                <a:solidFill>
                  <a:schemeClr val="bg1"/>
                </a:solidFill>
                <a:latin typeface="IBM Plex Sans"/>
                <a:ea typeface="Arial"/>
              </a:rPr>
              <a:t>used  </a:t>
            </a:r>
            <a:r>
              <a:rPr lang="en-US" sz="1970" b="0" strike="noStrike" spc="-1" dirty="0">
                <a:solidFill>
                  <a:schemeClr val="bg1"/>
                </a:solidFill>
                <a:latin typeface="IBM Plex Sans"/>
                <a:ea typeface="Arial"/>
              </a:rPr>
              <a:t>anywhere and </a:t>
            </a:r>
            <a:r>
              <a:rPr lang="en-US" sz="1970" b="0" strike="noStrike" spc="-1" dirty="0" smtClean="0">
                <a:solidFill>
                  <a:schemeClr val="bg1"/>
                </a:solidFill>
                <a:latin typeface="IBM Plex Sans"/>
                <a:ea typeface="Arial"/>
              </a:rPr>
              <a:t>anytime</a:t>
            </a:r>
            <a:r>
              <a:rPr lang="en-US" sz="1970" spc="-1" dirty="0">
                <a:solidFill>
                  <a:schemeClr val="bg1"/>
                </a:solidFill>
                <a:latin typeface="IBM Plex Sans"/>
                <a:ea typeface="Arial"/>
              </a:rPr>
              <a:t>.</a:t>
            </a:r>
            <a:endParaRPr lang="en-IN" sz="1970" b="0" strike="noStrike" spc="-1" dirty="0">
              <a:solidFill>
                <a:schemeClr val="bg1"/>
              </a:solidFill>
              <a:latin typeface="Arial"/>
            </a:endParaRPr>
          </a:p>
        </p:txBody>
      </p:sp>
    </p:spTree>
    <p:extLst>
      <p:ext uri="{BB962C8B-B14F-4D97-AF65-F5344CB8AC3E}">
        <p14:creationId xmlns:p14="http://schemas.microsoft.com/office/powerpoint/2010/main" val="14530294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r>
              <a:rPr lang="en-IN" sz="3200" b="1" spc="-1" dirty="0">
                <a:solidFill>
                  <a:schemeClr val="bg1"/>
                </a:solidFill>
                <a:latin typeface="Arial Black"/>
                <a:ea typeface="DejaVu Sans"/>
              </a:rPr>
              <a:t>OPERATING REQUIREMENTS</a:t>
            </a:r>
            <a:endParaRPr lang="en-IN" sz="3200" spc="-1" dirty="0">
              <a:solidFill>
                <a:schemeClr val="bg1"/>
              </a:solidFill>
              <a:latin typeface="Aria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pic>
        <p:nvPicPr>
          <p:cNvPr id="2" name="89911-3d-persona-heade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638800" y="1121569"/>
            <a:ext cx="2900362" cy="2900362"/>
          </a:xfrm>
          <a:prstGeom prst="rect">
            <a:avLst/>
          </a:prstGeom>
        </p:spPr>
      </p:pic>
    </p:spTree>
    <p:extLst>
      <p:ext uri="{BB962C8B-B14F-4D97-AF65-F5344CB8AC3E}">
        <p14:creationId xmlns:p14="http://schemas.microsoft.com/office/powerpoint/2010/main" val="1055407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4424" y="422500"/>
            <a:ext cx="4337176" cy="857400"/>
          </a:xfrm>
        </p:spPr>
        <p:txBody>
          <a:bodyPr/>
          <a:lstStyle/>
          <a:p>
            <a:r>
              <a:rPr lang="en-IN" sz="2400" spc="-1" dirty="0">
                <a:latin typeface="IBM Plex Serif"/>
              </a:rPr>
              <a:t>HARDWARE REQUIREMENT</a:t>
            </a:r>
            <a:r>
              <a:rPr lang="en-IN" sz="2400" b="0" spc="-1" dirty="0">
                <a:latin typeface="Arial"/>
              </a:rPr>
              <a:t/>
            </a:r>
            <a:br>
              <a:rPr lang="en-IN" sz="2400" b="0" spc="-1" dirty="0">
                <a:latin typeface="Arial"/>
              </a:rPr>
            </a:b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4" name="CustomShape 3"/>
          <p:cNvSpPr/>
          <p:nvPr/>
        </p:nvSpPr>
        <p:spPr>
          <a:xfrm>
            <a:off x="806040" y="1123950"/>
            <a:ext cx="7531920" cy="4429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IN" sz="1970" b="0" strike="noStrike" spc="-1" dirty="0">
                <a:solidFill>
                  <a:schemeClr val="bg1"/>
                </a:solidFill>
                <a:latin typeface="IBM Plex Sans"/>
              </a:rPr>
              <a:t>1. Smartphone with Android OS version 4.4 (Kitkat) or higher</a:t>
            </a:r>
            <a:endParaRPr lang="en-IN" sz="1970" b="0" strike="noStrike" spc="-1" dirty="0">
              <a:solidFill>
                <a:schemeClr val="bg1"/>
              </a:solidFill>
              <a:latin typeface="Arial"/>
            </a:endParaRPr>
          </a:p>
          <a:p>
            <a:pPr>
              <a:lnSpc>
                <a:spcPct val="100000"/>
              </a:lnSpc>
            </a:pPr>
            <a:endParaRPr lang="en-IN" sz="1970" b="0" strike="noStrike" spc="-1" dirty="0">
              <a:solidFill>
                <a:schemeClr val="bg1"/>
              </a:solidFill>
              <a:latin typeface="Arial"/>
            </a:endParaRPr>
          </a:p>
          <a:p>
            <a:pPr>
              <a:lnSpc>
                <a:spcPct val="100000"/>
              </a:lnSpc>
            </a:pPr>
            <a:r>
              <a:rPr lang="en-IN" sz="1970" b="0" strike="noStrike" spc="-1" dirty="0">
                <a:solidFill>
                  <a:schemeClr val="bg1"/>
                </a:solidFill>
                <a:latin typeface="IBM Plex Sans"/>
              </a:rPr>
              <a:t>2. Minimum 512 MB of RAM</a:t>
            </a:r>
            <a:endParaRPr lang="en-IN" sz="1970" b="0" strike="noStrike" spc="-1" dirty="0">
              <a:solidFill>
                <a:schemeClr val="bg1"/>
              </a:solidFill>
              <a:latin typeface="Arial"/>
            </a:endParaRPr>
          </a:p>
          <a:p>
            <a:pPr>
              <a:lnSpc>
                <a:spcPct val="100000"/>
              </a:lnSpc>
            </a:pPr>
            <a:endParaRPr lang="en-IN" sz="1970" b="0" strike="noStrike" spc="-1" dirty="0">
              <a:solidFill>
                <a:schemeClr val="bg1"/>
              </a:solidFill>
              <a:latin typeface="Arial"/>
            </a:endParaRPr>
          </a:p>
          <a:p>
            <a:pPr>
              <a:lnSpc>
                <a:spcPct val="100000"/>
              </a:lnSpc>
            </a:pPr>
            <a:r>
              <a:rPr lang="en-IN" sz="1970" b="0" strike="noStrike" spc="-1" dirty="0">
                <a:solidFill>
                  <a:schemeClr val="bg1"/>
                </a:solidFill>
                <a:latin typeface="IBM Plex Sans"/>
              </a:rPr>
              <a:t>3. A processor with speeds above 1.2 GHz (any make)</a:t>
            </a:r>
            <a:endParaRPr lang="en-IN" sz="1970" b="0" strike="noStrike" spc="-1" dirty="0">
              <a:solidFill>
                <a:schemeClr val="bg1"/>
              </a:solidFill>
              <a:latin typeface="Arial"/>
            </a:endParaRPr>
          </a:p>
          <a:p>
            <a:pPr>
              <a:lnSpc>
                <a:spcPct val="100000"/>
              </a:lnSpc>
            </a:pPr>
            <a:endParaRPr lang="en-IN" sz="1970" b="0" strike="noStrike" spc="-1" dirty="0">
              <a:solidFill>
                <a:schemeClr val="bg1"/>
              </a:solidFill>
              <a:latin typeface="Arial"/>
            </a:endParaRPr>
          </a:p>
          <a:p>
            <a:pPr>
              <a:lnSpc>
                <a:spcPct val="100000"/>
              </a:lnSpc>
            </a:pPr>
            <a:r>
              <a:rPr lang="en-IN" sz="1970" b="0" strike="noStrike" spc="-1" dirty="0">
                <a:solidFill>
                  <a:schemeClr val="bg1"/>
                </a:solidFill>
                <a:latin typeface="IBM Plex Sans"/>
              </a:rPr>
              <a:t>4. 16 MB of storage for the app and extra for the data stored, the size of the app increases as the number of entries are increased</a:t>
            </a:r>
            <a:endParaRPr lang="en-IN" sz="1970" b="0" strike="noStrike" spc="-1" dirty="0">
              <a:solidFill>
                <a:schemeClr val="bg1"/>
              </a:solidFill>
              <a:latin typeface="Arial"/>
            </a:endParaRPr>
          </a:p>
          <a:p>
            <a:pPr>
              <a:lnSpc>
                <a:spcPct val="100000"/>
              </a:lnSpc>
            </a:pPr>
            <a:endParaRPr lang="en-IN" sz="1970" b="0" strike="noStrike" spc="-1" dirty="0">
              <a:latin typeface="Arial"/>
            </a:endParaRPr>
          </a:p>
          <a:p>
            <a:pPr>
              <a:lnSpc>
                <a:spcPct val="100000"/>
              </a:lnSpc>
            </a:pPr>
            <a:r>
              <a:rPr lang="en-IN" sz="1970" b="0" strike="noStrike" spc="-1" dirty="0">
                <a:solidFill>
                  <a:schemeClr val="accent1"/>
                </a:solidFill>
                <a:latin typeface="IBM Plex Sans"/>
              </a:rPr>
              <a:t>5. </a:t>
            </a:r>
            <a:r>
              <a:rPr lang="en-IN" sz="1970" b="0" strike="noStrike" spc="-1" dirty="0" smtClean="0">
                <a:solidFill>
                  <a:schemeClr val="accent1"/>
                </a:solidFill>
                <a:latin typeface="IBM Plex Sans"/>
              </a:rPr>
              <a:t>Android API </a:t>
            </a:r>
            <a:r>
              <a:rPr lang="en-IN" sz="1970" b="0" strike="noStrike" spc="-1" dirty="0">
                <a:solidFill>
                  <a:schemeClr val="accent1"/>
                </a:solidFill>
                <a:latin typeface="IBM Plex Sans"/>
              </a:rPr>
              <a:t>version 19 6. Permission to install applications over USB and installation from unknown sources from Developer Options</a:t>
            </a:r>
            <a:endParaRPr lang="en-IN" sz="1970" b="0" strike="noStrike" spc="-1" dirty="0">
              <a:solidFill>
                <a:schemeClr val="accent1"/>
              </a:solidFill>
              <a:latin typeface="Arial"/>
            </a:endParaRPr>
          </a:p>
        </p:txBody>
      </p:sp>
    </p:spTree>
    <p:extLst>
      <p:ext uri="{BB962C8B-B14F-4D97-AF65-F5344CB8AC3E}">
        <p14:creationId xmlns:p14="http://schemas.microsoft.com/office/powerpoint/2010/main" val="23792216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spc="-1" dirty="0" smtClean="0">
                <a:latin typeface="IBM Plex Serif"/>
              </a:rPr>
              <a:t>SOFTWARE REQUIREMENTS</a:t>
            </a:r>
            <a:r>
              <a:rPr lang="en-IN" sz="2400" b="0" spc="-1" dirty="0" smtClean="0">
                <a:latin typeface="Arial"/>
              </a:rPr>
              <a:t/>
            </a:r>
            <a:br>
              <a:rPr lang="en-IN" sz="2400" b="0" spc="-1" dirty="0" smtClean="0">
                <a:latin typeface="Arial"/>
              </a:rPr>
            </a:b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
        <p:nvSpPr>
          <p:cNvPr id="4" name="CustomShape 2"/>
          <p:cNvSpPr/>
          <p:nvPr/>
        </p:nvSpPr>
        <p:spPr>
          <a:xfrm>
            <a:off x="864125" y="1504950"/>
            <a:ext cx="3555475" cy="307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lvl="2">
              <a:lnSpc>
                <a:spcPct val="115000"/>
              </a:lnSpc>
              <a:spcBef>
                <a:spcPts val="601"/>
              </a:spcBef>
            </a:pPr>
            <a:r>
              <a:rPr lang="en-US" sz="1970" b="0" strike="noStrike" spc="-1" dirty="0">
                <a:solidFill>
                  <a:schemeClr val="bg1"/>
                </a:solidFill>
                <a:latin typeface="IBM Plex Sans"/>
                <a:ea typeface="Montserrat Light"/>
              </a:rPr>
              <a:t>1. Operating System : </a:t>
            </a:r>
            <a:r>
              <a:rPr lang="en-US" sz="1970" b="0" strike="noStrike" spc="-1" dirty="0" smtClean="0">
                <a:solidFill>
                  <a:schemeClr val="bg1"/>
                </a:solidFill>
                <a:latin typeface="IBM Plex Sans"/>
                <a:ea typeface="Montserrat Light"/>
              </a:rPr>
              <a:t>           Windows 7 and above</a:t>
            </a:r>
            <a:endParaRPr lang="en-IN" sz="1970" b="0" strike="noStrike" spc="-1" dirty="0">
              <a:solidFill>
                <a:schemeClr val="bg1"/>
              </a:solidFill>
              <a:latin typeface="Arial"/>
            </a:endParaRPr>
          </a:p>
        </p:txBody>
      </p:sp>
      <p:pic>
        <p:nvPicPr>
          <p:cNvPr id="5" name="31762-app-software-development.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648200" y="285750"/>
            <a:ext cx="4389120" cy="4389120"/>
          </a:xfrm>
          <a:prstGeom prst="rect">
            <a:avLst/>
          </a:prstGeom>
        </p:spPr>
      </p:pic>
    </p:spTree>
    <p:extLst>
      <p:ext uri="{BB962C8B-B14F-4D97-AF65-F5344CB8AC3E}">
        <p14:creationId xmlns:p14="http://schemas.microsoft.com/office/powerpoint/2010/main" val="149228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p:txBody>
          <a:bodyPr/>
          <a:lstStyle/>
          <a:p>
            <a:r>
              <a:rPr lang="en-US" b="1" dirty="0" smtClean="0"/>
              <a:t>Advantages</a:t>
            </a:r>
            <a:endParaRPr lang="en-US" b="1" dirty="0"/>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9659" y="1276350"/>
            <a:ext cx="3162741" cy="3200847"/>
          </a:xfrm>
          <a:prstGeom prst="rect">
            <a:avLst/>
          </a:prstGeom>
        </p:spPr>
      </p:pic>
    </p:spTree>
    <p:extLst>
      <p:ext uri="{BB962C8B-B14F-4D97-AF65-F5344CB8AC3E}">
        <p14:creationId xmlns:p14="http://schemas.microsoft.com/office/powerpoint/2010/main" val="10284159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
        <p:nvSpPr>
          <p:cNvPr id="4" name="Title 1"/>
          <p:cNvSpPr txBox="1">
            <a:spLocks/>
          </p:cNvSpPr>
          <p:nvPr/>
        </p:nvSpPr>
        <p:spPr>
          <a:xfrm>
            <a:off x="381000" y="422500"/>
            <a:ext cx="1828800" cy="8574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smtClean="0">
                <a:solidFill>
                  <a:schemeClr val="bg1"/>
                </a:solidFill>
                <a:latin typeface="Titillium Web" panose="020B0604020202020204" charset="0"/>
              </a:rPr>
              <a:t>Advantages </a:t>
            </a:r>
            <a:endParaRPr lang="en-US" sz="2000" b="1" dirty="0">
              <a:solidFill>
                <a:schemeClr val="bg1"/>
              </a:solidFill>
              <a:latin typeface="Titillium Web" panose="020B0604020202020204" charset="0"/>
            </a:endParaRPr>
          </a:p>
        </p:txBody>
      </p:sp>
      <p:graphicFrame>
        <p:nvGraphicFramePr>
          <p:cNvPr id="5" name="Diagram 4"/>
          <p:cNvGraphicFramePr/>
          <p:nvPr>
            <p:extLst>
              <p:ext uri="{D42A27DB-BD31-4B8C-83A1-F6EECF244321}">
                <p14:modId xmlns:p14="http://schemas.microsoft.com/office/powerpoint/2010/main" val="4172822651"/>
              </p:ext>
            </p:extLst>
          </p:nvPr>
        </p:nvGraphicFramePr>
        <p:xfrm>
          <a:off x="1524000" y="53975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30292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b="1" dirty="0" smtClean="0"/>
              <a:t>MODULES</a:t>
            </a:r>
            <a:endParaRPr lang="en-US" b="1"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5" name="89808-screen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343400" y="1293239"/>
            <a:ext cx="3429000" cy="3429000"/>
          </a:xfrm>
          <a:prstGeom prst="rect">
            <a:avLst/>
          </a:prstGeom>
        </p:spPr>
      </p:pic>
    </p:spTree>
    <p:extLst>
      <p:ext uri="{BB962C8B-B14F-4D97-AF65-F5344CB8AC3E}">
        <p14:creationId xmlns:p14="http://schemas.microsoft.com/office/powerpoint/2010/main" val="1771687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repeatCount="indefinite" fill="hold" display="0">
                  <p:stCondLst>
                    <p:cond delay="indefinite"/>
                  </p:stCondLst>
                </p:cTn>
                <p:tgtEl>
                  <p:spTgt spid="5"/>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123950"/>
            <a:ext cx="1447800" cy="1295400"/>
          </a:xfrm>
        </p:spPr>
        <p:txBody>
          <a:bodyPr/>
          <a:lstStyle/>
          <a:p>
            <a:r>
              <a:rPr lang="en-US" smtClean="0"/>
              <a:t>``````````````</a:t>
            </a:r>
            <a:r>
              <a:rPr lang="en-US" smtClean="0"/>
              <a:t>Student````````````````````````````````````````````````````````````````````````````````````````````````````````````````````````````````````````````````````````````````````````````````````````````````````````````````````````````````````````````````````````````````````````````````````````````````````````````````````````````````````````````````````````````````````````````````````````````````````````````````````````````````````````````````````````````````````````````````````````````````````````````````````````````````````````````````````````````````````````````````````````````````````````````````````````````````````````````````````````````````````````````````````````````````````````````````````````````````````````````````````````````````````````````````````````````````````````````````````````````````````````````````````````````````````````````````````````````````````````````````````````````````````````````````````````````````````````````````````````````````````````````````````````````````````````````````````````````````````````````````````````````````````````````````````````````````````````````````````````````````````````````````````````````````````````````````````````````````````````````````````````````````````````````````````````````````````````````````````````````````````````````````````````````````````````````````````````````````````````````````````````````````````````````````````````````````````````````````````````````````````````````````````````````````````````````````````````````````````````````````````````````````````````````````````````</a:t>
            </a:r>
            <a:r>
              <a:rPr lang="en-US" dirty="0" smtClean="0"/>
              <a:t>dent```````````````````````````````````````````````````````````````````````````````````````````````````````````````````````````````````````````````````````````</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5" name="Title 1"/>
          <p:cNvSpPr txBox="1">
            <a:spLocks/>
          </p:cNvSpPr>
          <p:nvPr/>
        </p:nvSpPr>
        <p:spPr>
          <a:xfrm>
            <a:off x="5029200" y="1126304"/>
            <a:ext cx="1447800" cy="129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FFFFFF"/>
              </a:buClr>
              <a:buSzPts val="2600"/>
              <a:buFont typeface="Titillium Web"/>
              <a:buNone/>
              <a:defRPr sz="2600" b="1" i="0" u="none" strike="noStrike" cap="none">
                <a:solidFill>
                  <a:srgbClr val="FFFFFF"/>
                </a:solidFill>
                <a:latin typeface="Titillium Web"/>
                <a:ea typeface="Titillium Web"/>
                <a:cs typeface="Titillium Web"/>
                <a:sym typeface="Titillium Web"/>
              </a:defRPr>
            </a:lvl1pPr>
            <a:lvl2pPr marR="0" lvl="1" algn="l" rtl="0">
              <a:lnSpc>
                <a:spcPct val="100000"/>
              </a:lnSpc>
              <a:spcBef>
                <a:spcPts val="0"/>
              </a:spcBef>
              <a:spcAft>
                <a:spcPts val="0"/>
              </a:spcAft>
              <a:buClr>
                <a:srgbClr val="FFFFFF"/>
              </a:buClr>
              <a:buSzPts val="2600"/>
              <a:buFont typeface="Titillium Web"/>
              <a:buNone/>
              <a:defRPr sz="2600" b="1" i="0" u="none" strike="noStrike" cap="none">
                <a:solidFill>
                  <a:srgbClr val="FFFFFF"/>
                </a:solidFill>
                <a:latin typeface="Titillium Web"/>
                <a:ea typeface="Titillium Web"/>
                <a:cs typeface="Titillium Web"/>
                <a:sym typeface="Titillium Web"/>
              </a:defRPr>
            </a:lvl2pPr>
            <a:lvl3pPr marR="0" lvl="2" algn="l" rtl="0">
              <a:lnSpc>
                <a:spcPct val="100000"/>
              </a:lnSpc>
              <a:spcBef>
                <a:spcPts val="0"/>
              </a:spcBef>
              <a:spcAft>
                <a:spcPts val="0"/>
              </a:spcAft>
              <a:buClr>
                <a:srgbClr val="FFFFFF"/>
              </a:buClr>
              <a:buSzPts val="2600"/>
              <a:buFont typeface="Titillium Web"/>
              <a:buNone/>
              <a:defRPr sz="2600" b="1" i="0" u="none" strike="noStrike" cap="none">
                <a:solidFill>
                  <a:srgbClr val="FFFFFF"/>
                </a:solidFill>
                <a:latin typeface="Titillium Web"/>
                <a:ea typeface="Titillium Web"/>
                <a:cs typeface="Titillium Web"/>
                <a:sym typeface="Titillium Web"/>
              </a:defRPr>
            </a:lvl3pPr>
            <a:lvl4pPr marR="0" lvl="3" algn="l" rtl="0">
              <a:lnSpc>
                <a:spcPct val="100000"/>
              </a:lnSpc>
              <a:spcBef>
                <a:spcPts val="0"/>
              </a:spcBef>
              <a:spcAft>
                <a:spcPts val="0"/>
              </a:spcAft>
              <a:buClr>
                <a:srgbClr val="FFFFFF"/>
              </a:buClr>
              <a:buSzPts val="2600"/>
              <a:buFont typeface="Titillium Web"/>
              <a:buNone/>
              <a:defRPr sz="2600" b="1" i="0" u="none" strike="noStrike" cap="none">
                <a:solidFill>
                  <a:srgbClr val="FFFFFF"/>
                </a:solidFill>
                <a:latin typeface="Titillium Web"/>
                <a:ea typeface="Titillium Web"/>
                <a:cs typeface="Titillium Web"/>
                <a:sym typeface="Titillium Web"/>
              </a:defRPr>
            </a:lvl4pPr>
            <a:lvl5pPr marR="0" lvl="4" algn="l" rtl="0">
              <a:lnSpc>
                <a:spcPct val="100000"/>
              </a:lnSpc>
              <a:spcBef>
                <a:spcPts val="0"/>
              </a:spcBef>
              <a:spcAft>
                <a:spcPts val="0"/>
              </a:spcAft>
              <a:buClr>
                <a:srgbClr val="FFFFFF"/>
              </a:buClr>
              <a:buSzPts val="2600"/>
              <a:buFont typeface="Titillium Web"/>
              <a:buNone/>
              <a:defRPr sz="2600" b="1" i="0" u="none" strike="noStrike" cap="none">
                <a:solidFill>
                  <a:srgbClr val="FFFFFF"/>
                </a:solidFill>
                <a:latin typeface="Titillium Web"/>
                <a:ea typeface="Titillium Web"/>
                <a:cs typeface="Titillium Web"/>
                <a:sym typeface="Titillium Web"/>
              </a:defRPr>
            </a:lvl5pPr>
            <a:lvl6pPr marR="0" lvl="5" algn="l" rtl="0">
              <a:lnSpc>
                <a:spcPct val="100000"/>
              </a:lnSpc>
              <a:spcBef>
                <a:spcPts val="0"/>
              </a:spcBef>
              <a:spcAft>
                <a:spcPts val="0"/>
              </a:spcAft>
              <a:buClr>
                <a:srgbClr val="FFFFFF"/>
              </a:buClr>
              <a:buSzPts val="2600"/>
              <a:buFont typeface="Titillium Web"/>
              <a:buNone/>
              <a:defRPr sz="2600" b="1" i="0" u="none" strike="noStrike" cap="none">
                <a:solidFill>
                  <a:srgbClr val="FFFFFF"/>
                </a:solidFill>
                <a:latin typeface="Titillium Web"/>
                <a:ea typeface="Titillium Web"/>
                <a:cs typeface="Titillium Web"/>
                <a:sym typeface="Titillium Web"/>
              </a:defRPr>
            </a:lvl6pPr>
            <a:lvl7pPr marR="0" lvl="6" algn="l" rtl="0">
              <a:lnSpc>
                <a:spcPct val="100000"/>
              </a:lnSpc>
              <a:spcBef>
                <a:spcPts val="0"/>
              </a:spcBef>
              <a:spcAft>
                <a:spcPts val="0"/>
              </a:spcAft>
              <a:buClr>
                <a:srgbClr val="FFFFFF"/>
              </a:buClr>
              <a:buSzPts val="2600"/>
              <a:buFont typeface="Titillium Web"/>
              <a:buNone/>
              <a:defRPr sz="2600" b="1" i="0" u="none" strike="noStrike" cap="none">
                <a:solidFill>
                  <a:srgbClr val="FFFFFF"/>
                </a:solidFill>
                <a:latin typeface="Titillium Web"/>
                <a:ea typeface="Titillium Web"/>
                <a:cs typeface="Titillium Web"/>
                <a:sym typeface="Titillium Web"/>
              </a:defRPr>
            </a:lvl7pPr>
            <a:lvl8pPr marR="0" lvl="7" algn="l" rtl="0">
              <a:lnSpc>
                <a:spcPct val="100000"/>
              </a:lnSpc>
              <a:spcBef>
                <a:spcPts val="0"/>
              </a:spcBef>
              <a:spcAft>
                <a:spcPts val="0"/>
              </a:spcAft>
              <a:buClr>
                <a:srgbClr val="FFFFFF"/>
              </a:buClr>
              <a:buSzPts val="2600"/>
              <a:buFont typeface="Titillium Web"/>
              <a:buNone/>
              <a:defRPr sz="2600" b="1" i="0" u="none" strike="noStrike" cap="none">
                <a:solidFill>
                  <a:srgbClr val="FFFFFF"/>
                </a:solidFill>
                <a:latin typeface="Titillium Web"/>
                <a:ea typeface="Titillium Web"/>
                <a:cs typeface="Titillium Web"/>
                <a:sym typeface="Titillium Web"/>
              </a:defRPr>
            </a:lvl8pPr>
            <a:lvl9pPr marR="0" lvl="8" algn="l" rtl="0">
              <a:lnSpc>
                <a:spcPct val="100000"/>
              </a:lnSpc>
              <a:spcBef>
                <a:spcPts val="0"/>
              </a:spcBef>
              <a:spcAft>
                <a:spcPts val="0"/>
              </a:spcAft>
              <a:buClr>
                <a:srgbClr val="FFFFFF"/>
              </a:buClr>
              <a:buSzPts val="2600"/>
              <a:buFont typeface="Titillium Web"/>
              <a:buNone/>
              <a:defRPr sz="2600" b="1" i="0" u="none" strike="noStrike" cap="none">
                <a:solidFill>
                  <a:srgbClr val="FFFFFF"/>
                </a:solidFill>
                <a:latin typeface="Titillium Web"/>
                <a:ea typeface="Titillium Web"/>
                <a:cs typeface="Titillium Web"/>
                <a:sym typeface="Titillium Web"/>
              </a:defRPr>
            </a:lvl9pPr>
          </a:lstStyle>
          <a:p>
            <a:r>
              <a:rPr lang="en-US" dirty="0" smtClean="0"/>
              <a:t>``````````````</a:t>
            </a:r>
            <a:r>
              <a:rPr lang="en-US" dirty="0" smtClean="0">
                <a:solidFill>
                  <a:srgbClr val="FF0000"/>
                </a:solidFill>
              </a:rPr>
              <a:t>``</a:t>
            </a:r>
            <a:r>
              <a:rPr lang="en-US" dirty="0" smtClean="0">
                <a:solidFill>
                  <a:srgbClr val="FF004E"/>
                </a:solidFill>
              </a:rPr>
              <a:t>Teacher`</a:t>
            </a:r>
            <a:r>
              <a:rPr lang="en-US" dirty="0" smtClean="0">
                <a:solidFill>
                  <a:srgbClr val="FF0000"/>
                </a:solidFill>
              </a:rPr>
              <a:t>```````````````</a:t>
            </a:r>
            <a:endParaRPr lang="en-US" dirty="0">
              <a:solidFill>
                <a:srgbClr val="FF0000"/>
              </a:solidFill>
            </a:endParaRPr>
          </a:p>
        </p:txBody>
      </p:sp>
      <p:sp>
        <p:nvSpPr>
          <p:cNvPr id="4" name="Rectangle 3"/>
          <p:cNvSpPr/>
          <p:nvPr/>
        </p:nvSpPr>
        <p:spPr>
          <a:xfrm>
            <a:off x="522270" y="2190750"/>
            <a:ext cx="3098515" cy="2143215"/>
          </a:xfrm>
          <a:prstGeom prst="rect">
            <a:avLst/>
          </a:prstGeom>
        </p:spPr>
        <p:txBody>
          <a:bodyPr wrap="square">
            <a:spAutoFit/>
          </a:bodyPr>
          <a:lstStyle/>
          <a:p>
            <a:pPr lvl="2">
              <a:lnSpc>
                <a:spcPct val="115000"/>
              </a:lnSpc>
              <a:spcBef>
                <a:spcPts val="601"/>
              </a:spcBef>
            </a:pPr>
            <a:r>
              <a:rPr lang="en-US" sz="1970" spc="-1" dirty="0" smtClean="0">
                <a:solidFill>
                  <a:schemeClr val="bg1"/>
                </a:solidFill>
                <a:latin typeface="IBM Plex Sans"/>
                <a:ea typeface="Montserrat Light"/>
              </a:rPr>
              <a:t>1.Register</a:t>
            </a:r>
          </a:p>
          <a:p>
            <a:pPr lvl="2">
              <a:lnSpc>
                <a:spcPct val="115000"/>
              </a:lnSpc>
              <a:spcBef>
                <a:spcPts val="601"/>
              </a:spcBef>
            </a:pPr>
            <a:r>
              <a:rPr lang="en-US" sz="1970" spc="-1" dirty="0" smtClean="0">
                <a:solidFill>
                  <a:schemeClr val="bg1"/>
                </a:solidFill>
                <a:latin typeface="IBM Plex Sans"/>
                <a:ea typeface="Montserrat Light"/>
              </a:rPr>
              <a:t>2.Login </a:t>
            </a:r>
          </a:p>
          <a:p>
            <a:pPr lvl="2">
              <a:lnSpc>
                <a:spcPct val="115000"/>
              </a:lnSpc>
              <a:spcBef>
                <a:spcPts val="601"/>
              </a:spcBef>
            </a:pPr>
            <a:r>
              <a:rPr lang="en-US" sz="1970" spc="-1" dirty="0" smtClean="0">
                <a:solidFill>
                  <a:schemeClr val="bg1"/>
                </a:solidFill>
                <a:latin typeface="IBM Plex Sans"/>
                <a:ea typeface="Montserrat Light"/>
              </a:rPr>
              <a:t>3.Quiz</a:t>
            </a:r>
          </a:p>
          <a:p>
            <a:pPr lvl="2">
              <a:lnSpc>
                <a:spcPct val="115000"/>
              </a:lnSpc>
              <a:spcBef>
                <a:spcPts val="601"/>
              </a:spcBef>
            </a:pPr>
            <a:r>
              <a:rPr lang="en-US" sz="1970" spc="-1" dirty="0" smtClean="0">
                <a:solidFill>
                  <a:schemeClr val="bg1"/>
                </a:solidFill>
                <a:latin typeface="IBM Plex Sans"/>
                <a:ea typeface="Montserrat Light"/>
              </a:rPr>
              <a:t>4.Answers</a:t>
            </a:r>
          </a:p>
          <a:p>
            <a:pPr lvl="2">
              <a:lnSpc>
                <a:spcPct val="115000"/>
              </a:lnSpc>
              <a:spcBef>
                <a:spcPts val="601"/>
              </a:spcBef>
            </a:pPr>
            <a:r>
              <a:rPr lang="en-US" sz="1970" spc="-1" dirty="0" smtClean="0">
                <a:solidFill>
                  <a:schemeClr val="bg1"/>
                </a:solidFill>
                <a:latin typeface="IBM Plex Sans"/>
                <a:ea typeface="Montserrat Light"/>
              </a:rPr>
              <a:t>5.Score</a:t>
            </a:r>
          </a:p>
        </p:txBody>
      </p:sp>
      <p:sp>
        <p:nvSpPr>
          <p:cNvPr id="6" name="Rectangle 5"/>
          <p:cNvSpPr/>
          <p:nvPr/>
        </p:nvSpPr>
        <p:spPr>
          <a:xfrm>
            <a:off x="5032625" y="2181071"/>
            <a:ext cx="3098515" cy="2568780"/>
          </a:xfrm>
          <a:prstGeom prst="rect">
            <a:avLst/>
          </a:prstGeom>
        </p:spPr>
        <p:txBody>
          <a:bodyPr wrap="square">
            <a:spAutoFit/>
          </a:bodyPr>
          <a:lstStyle/>
          <a:p>
            <a:pPr lvl="2">
              <a:lnSpc>
                <a:spcPct val="115000"/>
              </a:lnSpc>
              <a:spcBef>
                <a:spcPts val="601"/>
              </a:spcBef>
            </a:pPr>
            <a:r>
              <a:rPr lang="en-US" sz="1970" spc="-1" dirty="0" smtClean="0">
                <a:solidFill>
                  <a:srgbClr val="FF004E"/>
                </a:solidFill>
                <a:latin typeface="IBM Plex Sans"/>
                <a:ea typeface="Montserrat Light"/>
              </a:rPr>
              <a:t>1.Register</a:t>
            </a:r>
          </a:p>
          <a:p>
            <a:pPr lvl="2">
              <a:lnSpc>
                <a:spcPct val="115000"/>
              </a:lnSpc>
              <a:spcBef>
                <a:spcPts val="601"/>
              </a:spcBef>
            </a:pPr>
            <a:r>
              <a:rPr lang="en-US" sz="1970" spc="-1" dirty="0" smtClean="0">
                <a:solidFill>
                  <a:srgbClr val="FF004E"/>
                </a:solidFill>
                <a:latin typeface="IBM Plex Sans"/>
                <a:ea typeface="Montserrat Light"/>
              </a:rPr>
              <a:t>2.Login </a:t>
            </a:r>
          </a:p>
          <a:p>
            <a:pPr lvl="2">
              <a:lnSpc>
                <a:spcPct val="115000"/>
              </a:lnSpc>
              <a:spcBef>
                <a:spcPts val="601"/>
              </a:spcBef>
            </a:pPr>
            <a:r>
              <a:rPr lang="en-US" sz="1970" spc="-1" dirty="0" smtClean="0">
                <a:solidFill>
                  <a:srgbClr val="FF004E"/>
                </a:solidFill>
                <a:latin typeface="IBM Plex Sans"/>
                <a:ea typeface="Montserrat Light"/>
              </a:rPr>
              <a:t>3.Create New Quiz</a:t>
            </a:r>
          </a:p>
          <a:p>
            <a:pPr lvl="2">
              <a:lnSpc>
                <a:spcPct val="115000"/>
              </a:lnSpc>
              <a:spcBef>
                <a:spcPts val="601"/>
              </a:spcBef>
            </a:pPr>
            <a:r>
              <a:rPr lang="en-US" sz="1970" spc="-1" dirty="0" smtClean="0">
                <a:solidFill>
                  <a:srgbClr val="FF004E"/>
                </a:solidFill>
                <a:latin typeface="IBM Plex Sans"/>
                <a:ea typeface="Montserrat Light"/>
              </a:rPr>
              <a:t>4.Add Questions</a:t>
            </a:r>
          </a:p>
          <a:p>
            <a:pPr lvl="2">
              <a:lnSpc>
                <a:spcPct val="115000"/>
              </a:lnSpc>
              <a:spcBef>
                <a:spcPts val="601"/>
              </a:spcBef>
            </a:pPr>
            <a:r>
              <a:rPr lang="en-US" sz="1970" spc="-1" dirty="0" smtClean="0">
                <a:solidFill>
                  <a:srgbClr val="FF004E"/>
                </a:solidFill>
                <a:latin typeface="IBM Plex Sans"/>
                <a:ea typeface="Montserrat Light"/>
              </a:rPr>
              <a:t>5.Delete Questions</a:t>
            </a:r>
          </a:p>
          <a:p>
            <a:pPr lvl="2">
              <a:lnSpc>
                <a:spcPct val="115000"/>
              </a:lnSpc>
              <a:spcBef>
                <a:spcPts val="601"/>
              </a:spcBef>
            </a:pPr>
            <a:r>
              <a:rPr lang="en-US" sz="1970" spc="-1" dirty="0" smtClean="0">
                <a:solidFill>
                  <a:srgbClr val="FF004E"/>
                </a:solidFill>
                <a:latin typeface="IBM Plex Sans"/>
                <a:ea typeface="Montserrat Light"/>
              </a:rPr>
              <a:t>6.Store Score</a:t>
            </a:r>
          </a:p>
        </p:txBody>
      </p:sp>
      <p:sp>
        <p:nvSpPr>
          <p:cNvPr id="7" name="Rectangle 6"/>
          <p:cNvSpPr/>
          <p:nvPr/>
        </p:nvSpPr>
        <p:spPr>
          <a:xfrm>
            <a:off x="838200" y="514350"/>
            <a:ext cx="1431802" cy="461665"/>
          </a:xfrm>
          <a:prstGeom prst="rect">
            <a:avLst/>
          </a:prstGeom>
        </p:spPr>
        <p:txBody>
          <a:bodyPr wrap="none">
            <a:spAutoFit/>
          </a:bodyPr>
          <a:lstStyle/>
          <a:p>
            <a:r>
              <a:rPr lang="en-US" sz="2400" b="1" dirty="0" smtClean="0">
                <a:solidFill>
                  <a:srgbClr val="FFFFFF"/>
                </a:solidFill>
              </a:rPr>
              <a:t>Modules</a:t>
            </a:r>
            <a:endParaRPr lang="en-US" sz="2400" b="1" dirty="0">
              <a:solidFill>
                <a:srgbClr val="FFFFFF"/>
              </a:solidFill>
            </a:endParaRPr>
          </a:p>
        </p:txBody>
      </p:sp>
    </p:spTree>
    <p:extLst>
      <p:ext uri="{BB962C8B-B14F-4D97-AF65-F5344CB8AC3E}">
        <p14:creationId xmlns:p14="http://schemas.microsoft.com/office/powerpoint/2010/main" val="29977806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7"/>
          <p:cNvSpPr txBox="1">
            <a:spLocks noGrp="1"/>
          </p:cNvSpPr>
          <p:nvPr>
            <p:ph type="ctrTitle" idx="4294967295"/>
          </p:nvPr>
        </p:nvSpPr>
        <p:spPr>
          <a:xfrm>
            <a:off x="2337175" y="971550"/>
            <a:ext cx="4674900" cy="11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9600" dirty="0" smtClean="0">
                <a:solidFill>
                  <a:srgbClr val="FFFFFF"/>
                </a:solidFill>
              </a:rPr>
              <a:t>Thanks</a:t>
            </a:r>
            <a:r>
              <a:rPr lang="en" sz="9600" dirty="0">
                <a:solidFill>
                  <a:srgbClr val="FFFFFF"/>
                </a:solidFill>
              </a:rPr>
              <a:t>!!</a:t>
            </a:r>
            <a:endParaRPr sz="9600" dirty="0">
              <a:solidFill>
                <a:srgbClr val="FFFFFF"/>
              </a:solidFill>
            </a:endParaRPr>
          </a:p>
        </p:txBody>
      </p:sp>
      <p:sp>
        <p:nvSpPr>
          <p:cNvPr id="305" name="Google Shape;305;p37"/>
          <p:cNvSpPr txBox="1">
            <a:spLocks noGrp="1"/>
          </p:cNvSpPr>
          <p:nvPr>
            <p:ph type="subTitle" idx="4294967295"/>
          </p:nvPr>
        </p:nvSpPr>
        <p:spPr>
          <a:xfrm>
            <a:off x="2380675" y="2775675"/>
            <a:ext cx="4631400" cy="2243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dirty="0" smtClean="0">
                <a:solidFill>
                  <a:srgbClr val="000000"/>
                </a:solidFill>
              </a:rPr>
              <a:t> </a:t>
            </a:r>
            <a:endParaRPr sz="3600" b="1" dirty="0">
              <a:solidFill>
                <a:srgbClr val="000000"/>
              </a:solidFill>
            </a:endParaRPr>
          </a:p>
        </p:txBody>
      </p:sp>
      <p:pic>
        <p:nvPicPr>
          <p:cNvPr id="306" name="Google Shape;306;p37"/>
          <p:cNvPicPr preferRelativeResize="0"/>
          <p:nvPr/>
        </p:nvPicPr>
        <p:blipFill>
          <a:blip r:embed="rId3">
            <a:extLst>
              <a:ext uri="{28A0092B-C50C-407E-A947-70E740481C1C}">
                <a14:useLocalDpi xmlns:a14="http://schemas.microsoft.com/office/drawing/2010/main" val="0"/>
              </a:ext>
            </a:extLst>
          </a:blip>
          <a:stretch>
            <a:fillRect/>
          </a:stretch>
        </p:blipFill>
        <p:spPr>
          <a:xfrm>
            <a:off x="700001" y="1874860"/>
            <a:ext cx="1393800" cy="1393800"/>
          </a:xfrm>
          <a:prstGeom prst="ellipse">
            <a:avLst/>
          </a:prstGeom>
          <a:noFill/>
          <a:ln>
            <a:noFill/>
          </a:ln>
        </p:spPr>
      </p:pic>
      <p:sp>
        <p:nvSpPr>
          <p:cNvPr id="307" name="Google Shape;307;p37"/>
          <p:cNvSpPr txBox="1">
            <a:spLocks noGrp="1"/>
          </p:cNvSpPr>
          <p:nvPr>
            <p:ph type="sldNum" idx="12"/>
          </p:nvPr>
        </p:nvSpPr>
        <p:spPr>
          <a:xfrm>
            <a:off x="84805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Fidele template">
  <a:themeElements>
    <a:clrScheme name="Custom 347">
      <a:dk1>
        <a:srgbClr val="000000"/>
      </a:dk1>
      <a:lt1>
        <a:srgbClr val="FFFFFF"/>
      </a:lt1>
      <a:dk2>
        <a:srgbClr val="3F3F3F"/>
      </a:dk2>
      <a:lt2>
        <a:srgbClr val="F3F3F3"/>
      </a:lt2>
      <a:accent1>
        <a:srgbClr val="FF004E"/>
      </a:accent1>
      <a:accent2>
        <a:srgbClr val="901829"/>
      </a:accent2>
      <a:accent3>
        <a:srgbClr val="B958C2"/>
      </a:accent3>
      <a:accent4>
        <a:srgbClr val="5B8FDD"/>
      </a:accent4>
      <a:accent5>
        <a:srgbClr val="7CB652"/>
      </a:accent5>
      <a:accent6>
        <a:srgbClr val="FFB200"/>
      </a:accent6>
      <a:hlink>
        <a:srgbClr val="FF004E"/>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827</TotalTime>
  <Words>472</Words>
  <Application>Microsoft Office PowerPoint</Application>
  <PresentationFormat>On-screen Show (16:9)</PresentationFormat>
  <Paragraphs>78</Paragraphs>
  <Slides>17</Slides>
  <Notes>2</Notes>
  <HiddenSlides>0</HiddenSlides>
  <MMClips>5</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DejaVu Sans</vt:lpstr>
      <vt:lpstr>Arial Black</vt:lpstr>
      <vt:lpstr>IBM Plex Serif</vt:lpstr>
      <vt:lpstr>IBM Plex Sans</vt:lpstr>
      <vt:lpstr>Arial</vt:lpstr>
      <vt:lpstr>Times New Roman</vt:lpstr>
      <vt:lpstr>Poppins Light</vt:lpstr>
      <vt:lpstr>Poppins</vt:lpstr>
      <vt:lpstr>Titillium Web</vt:lpstr>
      <vt:lpstr>Montserrat Light</vt:lpstr>
      <vt:lpstr>Amatic SC</vt:lpstr>
      <vt:lpstr>Fidele template</vt:lpstr>
      <vt:lpstr>QUIZZER </vt:lpstr>
      <vt:lpstr>PowerPoint Presentation</vt:lpstr>
      <vt:lpstr>PowerPoint Presentation</vt:lpstr>
      <vt:lpstr>Introduction </vt:lpstr>
      <vt:lpstr>PowerPoint Presentation</vt:lpstr>
      <vt:lpstr>Existing System </vt:lpstr>
      <vt:lpstr>Disadvantages of existing system  </vt:lpstr>
      <vt:lpstr>PROPOSED SYSTEM </vt:lpstr>
      <vt:lpstr>SCOPE OF SYSTEM</vt:lpstr>
      <vt:lpstr>PowerPoint Presentation</vt:lpstr>
      <vt:lpstr>HARDWARE REQUIREMENT </vt:lpstr>
      <vt:lpstr>SOFTWARE REQUIREMENTS </vt:lpstr>
      <vt:lpstr>PowerPoint Presentation</vt:lpstr>
      <vt:lpstr>PowerPoint Presentation</vt:lpstr>
      <vt:lpstr>PowerPoint Presentation</vt:lpstr>
      <vt:lpstr>``````````````Student````````````````````````````````````````````````````````````````````````````````````````````````````````````````````````````````````````````````````````````````````````````````````````````````````````````````````````````````````````````````````````````````````````````````````````````````````````````````````````````````````````````````````````````````````````````````````````````````````````````````````````````````````````````````````````````````````````````````````````````````````````````````````````````````````````````````````````````````````````````````````````````````````````````````````````````````````````````````````````````````````````````````````````````````````````````````````````````````````````````````````````````````````````````````````````````````````````````````````````````````````````````````````````````````````````````````````````````````````````````````````````````````````````````````````````````````````````````````````````````````````````````````````````````````````````````````````````````````````````````````````````````````````````````````````````````````````````````````````````````````````````````````````````````````````````````````````````````````````````````````````````````````````````````````````````````````````````````````````````````````````````````````````````````````````````````````````````````````````````````````````````````````````````````````````````````````````````````````````````````````````````````````````````````````````````````````````````````````````````````````````````````````````````````````````````dent```````````````````````````````````````````````````````````````````````````````````````````````````````````````````````````````````````````````````````````</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QUIZZER</dc:title>
  <dc:creator>rajat agarwal</dc:creator>
  <cp:lastModifiedBy>Windows User</cp:lastModifiedBy>
  <cp:revision>37</cp:revision>
  <dcterms:modified xsi:type="dcterms:W3CDTF">2022-12-15T04:30:33Z</dcterms:modified>
</cp:coreProperties>
</file>